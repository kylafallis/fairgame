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889" y="2011680"/>
            <a:ext cx="680862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WONDER</a:t>
            </a:r>
            <a:endParaRPr lang="en-US" sz="10200" dirty="0"/>
          </a:p>
        </p:txBody>
      </p:sp>
      <p:sp>
        <p:nvSpPr>
          <p:cNvPr id="3" name="Text 1"/>
          <p:cNvSpPr/>
          <p:nvPr/>
        </p:nvSpPr>
        <p:spPr>
          <a:xfrm>
            <a:off x="481889" y="3922776"/>
            <a:ext cx="680862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0" dirty="0">
                <a:solidFill>
                  <a:srgbClr val="6AB8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WALL</a:t>
            </a:r>
            <a:endParaRPr lang="en-US" sz="10200" dirty="0"/>
          </a:p>
        </p:txBody>
      </p:sp>
      <p:sp>
        <p:nvSpPr>
          <p:cNvPr id="4" name="Text 2"/>
          <p:cNvSpPr/>
          <p:nvPr/>
        </p:nvSpPr>
        <p:spPr>
          <a:xfrm>
            <a:off x="481889" y="6035040"/>
            <a:ext cx="680862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5" i="1" dirty="0">
                <a:solidFill>
                  <a:srgbClr val="E8827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do you wonder about?</a:t>
            </a:r>
            <a:endParaRPr lang="en-US" sz="2125" dirty="0"/>
          </a:p>
        </p:txBody>
      </p:sp>
      <p:sp>
        <p:nvSpPr>
          <p:cNvPr id="5" name="Text 3"/>
          <p:cNvSpPr/>
          <p:nvPr/>
        </p:nvSpPr>
        <p:spPr>
          <a:xfrm>
            <a:off x="481889" y="6839712"/>
            <a:ext cx="6808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a question. Pin it up. Any question counts.</a:t>
            </a:r>
            <a:endParaRPr lang="en-US" sz="1148" dirty="0"/>
          </a:p>
        </p:txBody>
      </p:sp>
      <p:pic>
        <p:nvPicPr>
          <p:cNvPr id="6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6684" y="7594092"/>
            <a:ext cx="1399032" cy="12628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07592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2092" y="339974"/>
            <a:ext cx="350550" cy="5753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889" y="209215"/>
            <a:ext cx="6458072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8" b="1" spc="27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WONDER WALL</a:t>
            </a:r>
            <a:endParaRPr lang="en-US" sz="1318" dirty="0"/>
          </a:p>
        </p:txBody>
      </p:sp>
      <p:sp>
        <p:nvSpPr>
          <p:cNvPr id="5" name="Text 2"/>
          <p:cNvSpPr/>
          <p:nvPr/>
        </p:nvSpPr>
        <p:spPr>
          <a:xfrm>
            <a:off x="435254" y="431505"/>
            <a:ext cx="6633347" cy="81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34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QUESTION CARDS</a:t>
            </a:r>
            <a:endParaRPr lang="en-US" sz="5234" dirty="0"/>
          </a:p>
        </p:txBody>
      </p:sp>
      <p:sp>
        <p:nvSpPr>
          <p:cNvPr id="6" name="Text 3"/>
          <p:cNvSpPr/>
          <p:nvPr/>
        </p:nvSpPr>
        <p:spPr>
          <a:xfrm>
            <a:off x="481889" y="1448410"/>
            <a:ext cx="680862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2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Print, cut along the lines, and keep a stack near the wall. Students fill one in whenever a question occurs to them.</a:t>
            </a:r>
            <a:endParaRPr lang="en-US" sz="952" dirty="0"/>
          </a:p>
        </p:txBody>
      </p:sp>
      <p:sp>
        <p:nvSpPr>
          <p:cNvPr id="7" name="Shape 4"/>
          <p:cNvSpPr/>
          <p:nvPr/>
        </p:nvSpPr>
        <p:spPr>
          <a:xfrm>
            <a:off x="584018" y="1955730"/>
            <a:ext cx="3200053" cy="1708671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8277" y="2107612"/>
            <a:ext cx="2723449" cy="30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935" dirty="0"/>
          </a:p>
        </p:txBody>
      </p:sp>
      <p:sp>
        <p:nvSpPr>
          <p:cNvPr id="9" name="Shape 6"/>
          <p:cNvSpPr/>
          <p:nvPr/>
        </p:nvSpPr>
        <p:spPr>
          <a:xfrm>
            <a:off x="788277" y="2544272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8277" y="2867021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8277" y="3189770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8277" y="3303681"/>
            <a:ext cx="2723449" cy="227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807" dirty="0"/>
          </a:p>
        </p:txBody>
      </p:sp>
      <p:sp>
        <p:nvSpPr>
          <p:cNvPr id="13" name="Shape 10"/>
          <p:cNvSpPr/>
          <p:nvPr/>
        </p:nvSpPr>
        <p:spPr>
          <a:xfrm>
            <a:off x="3988329" y="1955730"/>
            <a:ext cx="3200053" cy="1708671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92588" y="2107612"/>
            <a:ext cx="2723449" cy="30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935" dirty="0"/>
          </a:p>
        </p:txBody>
      </p:sp>
      <p:sp>
        <p:nvSpPr>
          <p:cNvPr id="15" name="Shape 12"/>
          <p:cNvSpPr/>
          <p:nvPr/>
        </p:nvSpPr>
        <p:spPr>
          <a:xfrm>
            <a:off x="4192588" y="2544272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92588" y="2867021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92588" y="3189770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92588" y="3303681"/>
            <a:ext cx="2723449" cy="227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807" dirty="0"/>
          </a:p>
        </p:txBody>
      </p:sp>
      <p:sp>
        <p:nvSpPr>
          <p:cNvPr id="19" name="Shape 16"/>
          <p:cNvSpPr/>
          <p:nvPr/>
        </p:nvSpPr>
        <p:spPr>
          <a:xfrm>
            <a:off x="584018" y="3854253"/>
            <a:ext cx="3200053" cy="1708671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8277" y="4006135"/>
            <a:ext cx="2723449" cy="30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935" dirty="0"/>
          </a:p>
        </p:txBody>
      </p:sp>
      <p:sp>
        <p:nvSpPr>
          <p:cNvPr id="21" name="Shape 18"/>
          <p:cNvSpPr/>
          <p:nvPr/>
        </p:nvSpPr>
        <p:spPr>
          <a:xfrm>
            <a:off x="788277" y="4442795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8277" y="4765544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8277" y="5088293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8277" y="5202204"/>
            <a:ext cx="2723449" cy="227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807" dirty="0"/>
          </a:p>
        </p:txBody>
      </p:sp>
      <p:sp>
        <p:nvSpPr>
          <p:cNvPr id="25" name="Shape 22"/>
          <p:cNvSpPr/>
          <p:nvPr/>
        </p:nvSpPr>
        <p:spPr>
          <a:xfrm>
            <a:off x="3988329" y="3854253"/>
            <a:ext cx="3200053" cy="1708671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92588" y="4006135"/>
            <a:ext cx="2723449" cy="30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935" dirty="0"/>
          </a:p>
        </p:txBody>
      </p:sp>
      <p:sp>
        <p:nvSpPr>
          <p:cNvPr id="27" name="Shape 24"/>
          <p:cNvSpPr/>
          <p:nvPr/>
        </p:nvSpPr>
        <p:spPr>
          <a:xfrm>
            <a:off x="4192588" y="4442795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92588" y="4765544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92588" y="5088293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92588" y="5202204"/>
            <a:ext cx="2723449" cy="227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807" dirty="0"/>
          </a:p>
        </p:txBody>
      </p:sp>
      <p:sp>
        <p:nvSpPr>
          <p:cNvPr id="31" name="Shape 28"/>
          <p:cNvSpPr/>
          <p:nvPr/>
        </p:nvSpPr>
        <p:spPr>
          <a:xfrm>
            <a:off x="584018" y="5752776"/>
            <a:ext cx="3200053" cy="1708671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8277" y="5904658"/>
            <a:ext cx="2723449" cy="30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935" dirty="0"/>
          </a:p>
        </p:txBody>
      </p:sp>
      <p:sp>
        <p:nvSpPr>
          <p:cNvPr id="33" name="Shape 30"/>
          <p:cNvSpPr/>
          <p:nvPr/>
        </p:nvSpPr>
        <p:spPr>
          <a:xfrm>
            <a:off x="788277" y="6341318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8277" y="6664067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8277" y="6986816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8277" y="7100727"/>
            <a:ext cx="2723449" cy="227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807" dirty="0"/>
          </a:p>
        </p:txBody>
      </p:sp>
      <p:sp>
        <p:nvSpPr>
          <p:cNvPr id="37" name="Shape 34"/>
          <p:cNvSpPr/>
          <p:nvPr/>
        </p:nvSpPr>
        <p:spPr>
          <a:xfrm>
            <a:off x="3988329" y="5752776"/>
            <a:ext cx="3200053" cy="1708671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92588" y="5904658"/>
            <a:ext cx="2723449" cy="30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935" dirty="0"/>
          </a:p>
        </p:txBody>
      </p:sp>
      <p:sp>
        <p:nvSpPr>
          <p:cNvPr id="39" name="Shape 36"/>
          <p:cNvSpPr/>
          <p:nvPr/>
        </p:nvSpPr>
        <p:spPr>
          <a:xfrm>
            <a:off x="4192588" y="6341318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92588" y="6664067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92588" y="6986816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92588" y="7100727"/>
            <a:ext cx="2723449" cy="227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807" dirty="0"/>
          </a:p>
        </p:txBody>
      </p:sp>
      <p:sp>
        <p:nvSpPr>
          <p:cNvPr id="43" name="Shape 40"/>
          <p:cNvSpPr/>
          <p:nvPr/>
        </p:nvSpPr>
        <p:spPr>
          <a:xfrm>
            <a:off x="584018" y="7651299"/>
            <a:ext cx="3200053" cy="1708671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88277" y="7803181"/>
            <a:ext cx="2723449" cy="30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935" dirty="0"/>
          </a:p>
        </p:txBody>
      </p:sp>
      <p:sp>
        <p:nvSpPr>
          <p:cNvPr id="45" name="Shape 42"/>
          <p:cNvSpPr/>
          <p:nvPr/>
        </p:nvSpPr>
        <p:spPr>
          <a:xfrm>
            <a:off x="788277" y="8239841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88277" y="8562590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88277" y="8885339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88277" y="8999250"/>
            <a:ext cx="2723449" cy="227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807" dirty="0"/>
          </a:p>
        </p:txBody>
      </p:sp>
      <p:sp>
        <p:nvSpPr>
          <p:cNvPr id="49" name="Shape 46"/>
          <p:cNvSpPr/>
          <p:nvPr/>
        </p:nvSpPr>
        <p:spPr>
          <a:xfrm>
            <a:off x="3988329" y="7651299"/>
            <a:ext cx="3200053" cy="1708671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192588" y="7803181"/>
            <a:ext cx="2723449" cy="30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WONDER...</a:t>
            </a:r>
            <a:endParaRPr lang="en-US" sz="935" dirty="0"/>
          </a:p>
        </p:txBody>
      </p:sp>
      <p:sp>
        <p:nvSpPr>
          <p:cNvPr id="51" name="Shape 48"/>
          <p:cNvSpPr/>
          <p:nvPr/>
        </p:nvSpPr>
        <p:spPr>
          <a:xfrm>
            <a:off x="4192588" y="8239841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92588" y="8562590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192588" y="8885339"/>
            <a:ext cx="2723449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192588" y="8999250"/>
            <a:ext cx="2723449" cy="227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Name: ______________</a:t>
            </a:r>
            <a:endParaRPr lang="en-US" sz="807" dirty="0"/>
          </a:p>
        </p:txBody>
      </p:sp>
      <p:sp>
        <p:nvSpPr>
          <p:cNvPr id="55" name="Shape 52"/>
          <p:cNvSpPr/>
          <p:nvPr/>
        </p:nvSpPr>
        <p:spPr>
          <a:xfrm>
            <a:off x="481889" y="9605772"/>
            <a:ext cx="680862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81889" y="9656064"/>
            <a:ext cx="40851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1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Wonder Wall question cards</a:t>
            </a:r>
            <a:endParaRPr lang="en-US" sz="731" dirty="0"/>
          </a:p>
        </p:txBody>
      </p:sp>
      <p:sp>
        <p:nvSpPr>
          <p:cNvPr id="57" name="Text 54"/>
          <p:cNvSpPr/>
          <p:nvPr/>
        </p:nvSpPr>
        <p:spPr>
          <a:xfrm>
            <a:off x="4567062" y="9656064"/>
            <a:ext cx="272344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73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07592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2092" y="339974"/>
            <a:ext cx="350550" cy="5753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889" y="209215"/>
            <a:ext cx="6458072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8" b="1" spc="27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WONDER WALL</a:t>
            </a:r>
            <a:endParaRPr lang="en-US" sz="1318" dirty="0"/>
          </a:p>
        </p:txBody>
      </p:sp>
      <p:sp>
        <p:nvSpPr>
          <p:cNvPr id="5" name="Text 2"/>
          <p:cNvSpPr/>
          <p:nvPr/>
        </p:nvSpPr>
        <p:spPr>
          <a:xfrm>
            <a:off x="435254" y="431505"/>
            <a:ext cx="6633347" cy="81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34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TO RUN IT</a:t>
            </a:r>
            <a:endParaRPr lang="en-US" sz="5234" dirty="0"/>
          </a:p>
        </p:txBody>
      </p:sp>
      <p:sp>
        <p:nvSpPr>
          <p:cNvPr id="6" name="Shape 3"/>
          <p:cNvSpPr/>
          <p:nvPr/>
        </p:nvSpPr>
        <p:spPr>
          <a:xfrm>
            <a:off x="481889" y="1821979"/>
            <a:ext cx="326441" cy="326441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7" name="Text 4"/>
          <p:cNvSpPr/>
          <p:nvPr/>
        </p:nvSpPr>
        <p:spPr>
          <a:xfrm>
            <a:off x="481889" y="1821979"/>
            <a:ext cx="326441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360" dirty="0"/>
          </a:p>
        </p:txBody>
      </p:sp>
      <p:sp>
        <p:nvSpPr>
          <p:cNvPr id="8" name="Text 5"/>
          <p:cNvSpPr/>
          <p:nvPr/>
        </p:nvSpPr>
        <p:spPr>
          <a:xfrm>
            <a:off x="963778" y="1730849"/>
            <a:ext cx="6326734" cy="455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Put it up before the unit starts</a:t>
            </a:r>
            <a:endParaRPr lang="en-US" sz="1233" dirty="0"/>
          </a:p>
        </p:txBody>
      </p:sp>
      <p:sp>
        <p:nvSpPr>
          <p:cNvPr id="9" name="Text 6"/>
          <p:cNvSpPr/>
          <p:nvPr/>
        </p:nvSpPr>
        <p:spPr>
          <a:xfrm>
            <a:off x="963778" y="2186495"/>
            <a:ext cx="6326734" cy="78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 the header and an empty grid of cards a week before you introduce the science fair. Curiosity builds when nothing is being graded yet.</a:t>
            </a:r>
            <a:endParaRPr lang="en-US" sz="977" dirty="0"/>
          </a:p>
        </p:txBody>
      </p:sp>
      <p:sp>
        <p:nvSpPr>
          <p:cNvPr id="10" name="Shape 7"/>
          <p:cNvSpPr/>
          <p:nvPr/>
        </p:nvSpPr>
        <p:spPr>
          <a:xfrm>
            <a:off x="481889" y="3340797"/>
            <a:ext cx="326441" cy="326441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1" name="Text 8"/>
          <p:cNvSpPr/>
          <p:nvPr/>
        </p:nvSpPr>
        <p:spPr>
          <a:xfrm>
            <a:off x="481889" y="3340797"/>
            <a:ext cx="326441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360" dirty="0"/>
          </a:p>
        </p:txBody>
      </p:sp>
      <p:sp>
        <p:nvSpPr>
          <p:cNvPr id="12" name="Text 9"/>
          <p:cNvSpPr/>
          <p:nvPr/>
        </p:nvSpPr>
        <p:spPr>
          <a:xfrm>
            <a:off x="963778" y="3249668"/>
            <a:ext cx="6326734" cy="455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 every question</a:t>
            </a:r>
            <a:endParaRPr lang="en-US" sz="1233" dirty="0"/>
          </a:p>
        </p:txBody>
      </p:sp>
      <p:sp>
        <p:nvSpPr>
          <p:cNvPr id="13" name="Text 10"/>
          <p:cNvSpPr/>
          <p:nvPr/>
        </p:nvSpPr>
        <p:spPr>
          <a:xfrm>
            <a:off x="963778" y="3705313"/>
            <a:ext cx="6326734" cy="78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question about video games belongs on the wall next to one about photosynthesis. Narrowing comes later, and it comes from the student.</a:t>
            </a:r>
            <a:endParaRPr lang="en-US" sz="977" dirty="0"/>
          </a:p>
        </p:txBody>
      </p:sp>
      <p:sp>
        <p:nvSpPr>
          <p:cNvPr id="14" name="Shape 11"/>
          <p:cNvSpPr/>
          <p:nvPr/>
        </p:nvSpPr>
        <p:spPr>
          <a:xfrm>
            <a:off x="481889" y="4859615"/>
            <a:ext cx="326441" cy="326441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5" name="Text 12"/>
          <p:cNvSpPr/>
          <p:nvPr/>
        </p:nvSpPr>
        <p:spPr>
          <a:xfrm>
            <a:off x="481889" y="4859615"/>
            <a:ext cx="326441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963778" y="4768486"/>
            <a:ext cx="6326734" cy="455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a few aloud each week</a:t>
            </a:r>
            <a:endParaRPr lang="en-US" sz="1233" dirty="0"/>
          </a:p>
        </p:txBody>
      </p:sp>
      <p:sp>
        <p:nvSpPr>
          <p:cNvPr id="17" name="Text 14"/>
          <p:cNvSpPr/>
          <p:nvPr/>
        </p:nvSpPr>
        <p:spPr>
          <a:xfrm>
            <a:off x="963778" y="5224132"/>
            <a:ext cx="6326734" cy="78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minutes at the start of class. Ask the room how someone might test one of them.</a:t>
            </a:r>
            <a:endParaRPr lang="en-US" sz="977" dirty="0"/>
          </a:p>
        </p:txBody>
      </p:sp>
      <p:sp>
        <p:nvSpPr>
          <p:cNvPr id="18" name="Shape 15"/>
          <p:cNvSpPr/>
          <p:nvPr/>
        </p:nvSpPr>
        <p:spPr>
          <a:xfrm>
            <a:off x="481889" y="6378434"/>
            <a:ext cx="326441" cy="326441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9" name="Text 16"/>
          <p:cNvSpPr/>
          <p:nvPr/>
        </p:nvSpPr>
        <p:spPr>
          <a:xfrm>
            <a:off x="481889" y="6378434"/>
            <a:ext cx="326441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963778" y="6287305"/>
            <a:ext cx="6326734" cy="455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Mine the wall at topic selection</a:t>
            </a:r>
            <a:endParaRPr lang="en-US" sz="1233" dirty="0"/>
          </a:p>
        </p:txBody>
      </p:sp>
      <p:sp>
        <p:nvSpPr>
          <p:cNvPr id="21" name="Text 18"/>
          <p:cNvSpPr/>
          <p:nvPr/>
        </p:nvSpPr>
        <p:spPr>
          <a:xfrm>
            <a:off x="963778" y="6742950"/>
            <a:ext cx="6326734" cy="78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students choose projects, send them to the wall first. Most will find their own handwriting there.</a:t>
            </a:r>
            <a:endParaRPr lang="en-US" sz="977" dirty="0"/>
          </a:p>
        </p:txBody>
      </p:sp>
      <p:sp>
        <p:nvSpPr>
          <p:cNvPr id="22" name="Shape 19"/>
          <p:cNvSpPr/>
          <p:nvPr/>
        </p:nvSpPr>
        <p:spPr>
          <a:xfrm>
            <a:off x="481889" y="7897252"/>
            <a:ext cx="326441" cy="326441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3" name="Text 20"/>
          <p:cNvSpPr/>
          <p:nvPr/>
        </p:nvSpPr>
        <p:spPr>
          <a:xfrm>
            <a:off x="481889" y="7897252"/>
            <a:ext cx="326441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963778" y="7806123"/>
            <a:ext cx="6326734" cy="455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3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Leave it up all semester</a:t>
            </a:r>
            <a:endParaRPr lang="en-US" sz="1233" dirty="0"/>
          </a:p>
        </p:txBody>
      </p:sp>
      <p:sp>
        <p:nvSpPr>
          <p:cNvPr id="25" name="Text 22"/>
          <p:cNvSpPr/>
          <p:nvPr/>
        </p:nvSpPr>
        <p:spPr>
          <a:xfrm>
            <a:off x="963778" y="8261769"/>
            <a:ext cx="6326734" cy="78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 answered questions to a separate section. Students see their own thinking develop.</a:t>
            </a:r>
            <a:endParaRPr lang="en-US" sz="977" dirty="0"/>
          </a:p>
        </p:txBody>
      </p:sp>
      <p:sp>
        <p:nvSpPr>
          <p:cNvPr id="26" name="Shape 23"/>
          <p:cNvSpPr/>
          <p:nvPr/>
        </p:nvSpPr>
        <p:spPr>
          <a:xfrm>
            <a:off x="481889" y="9605772"/>
            <a:ext cx="680862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1889" y="9656064"/>
            <a:ext cx="40851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1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Wonder Wall teacher guide</a:t>
            </a:r>
            <a:endParaRPr lang="en-US" sz="731" dirty="0"/>
          </a:p>
        </p:txBody>
      </p:sp>
      <p:sp>
        <p:nvSpPr>
          <p:cNvPr id="28" name="Text 25"/>
          <p:cNvSpPr/>
          <p:nvPr/>
        </p:nvSpPr>
        <p:spPr>
          <a:xfrm>
            <a:off x="4567062" y="9656064"/>
            <a:ext cx="272344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Wonder Wall Template</dc:title>
  <dc:subject>PptxGenJS Presentation</dc:subject>
  <dc:creator>FairGame Initiative</dc:creator>
  <cp:lastModifiedBy>FairGame Initiative</cp:lastModifiedBy>
  <cp:revision>1</cp:revision>
  <dcterms:created xsi:type="dcterms:W3CDTF">2026-07-27T18:40:27Z</dcterms:created>
  <dcterms:modified xsi:type="dcterms:W3CDTF">2026-07-27T18:40:27Z</dcterms:modified>
</cp:coreProperties>
</file>