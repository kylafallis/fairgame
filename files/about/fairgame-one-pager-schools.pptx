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760220"/>
          </a:xfrm>
          <a:prstGeom prst="rect">
            <a:avLst/>
          </a:prstGeom>
          <a:solidFill>
            <a:srgbClr val="1C3A1C"/>
          </a:solidFill>
          <a:ln/>
        </p:spPr>
      </p:sp>
      <p:pic>
        <p:nvPicPr>
          <p:cNvPr id="3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748" y="457657"/>
            <a:ext cx="471894" cy="774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889" y="281635"/>
            <a:ext cx="6336728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8" b="1" spc="272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TEACHERS AND ADMINISTRATORS</a:t>
            </a:r>
            <a:endParaRPr lang="en-US" sz="1318" dirty="0"/>
          </a:p>
        </p:txBody>
      </p:sp>
      <p:sp>
        <p:nvSpPr>
          <p:cNvPr id="5" name="Text 2"/>
          <p:cNvSpPr/>
          <p:nvPr/>
        </p:nvSpPr>
        <p:spPr>
          <a:xfrm>
            <a:off x="435254" y="580873"/>
            <a:ext cx="6572675" cy="54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SCIENCE FAIRS</a:t>
            </a:r>
            <a:endParaRPr lang="en-US" sz="3523" dirty="0"/>
          </a:p>
        </p:txBody>
      </p:sp>
      <p:sp>
        <p:nvSpPr>
          <p:cNvPr id="6" name="Text 3"/>
          <p:cNvSpPr/>
          <p:nvPr/>
        </p:nvSpPr>
        <p:spPr>
          <a:xfrm>
            <a:off x="435254" y="1126541"/>
            <a:ext cx="6572675" cy="545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23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WITHOUT BARRIERS</a:t>
            </a:r>
            <a:endParaRPr lang="en-US" sz="3523" dirty="0"/>
          </a:p>
        </p:txBody>
      </p:sp>
      <p:sp>
        <p:nvSpPr>
          <p:cNvPr id="7" name="Text 4"/>
          <p:cNvSpPr/>
          <p:nvPr/>
        </p:nvSpPr>
        <p:spPr>
          <a:xfrm>
            <a:off x="450799" y="1961388"/>
            <a:ext cx="687080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8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Everything your school needs to run a science fair, at no cost.</a:t>
            </a:r>
            <a:endParaRPr lang="en-US" sz="1428" dirty="0"/>
          </a:p>
        </p:txBody>
      </p:sp>
      <p:sp>
        <p:nvSpPr>
          <p:cNvPr id="8" name="Text 5"/>
          <p:cNvSpPr/>
          <p:nvPr/>
        </p:nvSpPr>
        <p:spPr>
          <a:xfrm>
            <a:off x="450799" y="2363724"/>
            <a:ext cx="6870802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6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schools without a science fair are not held back by money. They are held back because nobody has been handed a clear plan. FairGame provides the plan, the materials, the judges, and the registration support. A coordinating teacher supplies about five to eight hours a month, and does not need a science background.</a:t>
            </a:r>
            <a:endParaRPr lang="en-US" sz="986" dirty="0"/>
          </a:p>
        </p:txBody>
      </p:sp>
      <p:sp>
        <p:nvSpPr>
          <p:cNvPr id="9" name="Shape 6"/>
          <p:cNvSpPr/>
          <p:nvPr/>
        </p:nvSpPr>
        <p:spPr>
          <a:xfrm>
            <a:off x="450799" y="3168396"/>
            <a:ext cx="6870802" cy="704088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0" name="Text 7"/>
          <p:cNvSpPr/>
          <p:nvPr/>
        </p:nvSpPr>
        <p:spPr>
          <a:xfrm>
            <a:off x="571038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1" name="Text 8"/>
          <p:cNvSpPr/>
          <p:nvPr/>
        </p:nvSpPr>
        <p:spPr>
          <a:xfrm>
            <a:off x="571038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schools supported</a:t>
            </a:r>
            <a:endParaRPr lang="en-US" sz="782" dirty="0"/>
          </a:p>
        </p:txBody>
      </p:sp>
      <p:sp>
        <p:nvSpPr>
          <p:cNvPr id="12" name="Text 9"/>
          <p:cNvSpPr/>
          <p:nvPr/>
        </p:nvSpPr>
        <p:spPr>
          <a:xfrm>
            <a:off x="22887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3" name="Text 10"/>
          <p:cNvSpPr/>
          <p:nvPr/>
        </p:nvSpPr>
        <p:spPr>
          <a:xfrm>
            <a:off x="22887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reached</a:t>
            </a:r>
            <a:endParaRPr lang="en-US" sz="782" dirty="0"/>
          </a:p>
        </p:txBody>
      </p:sp>
      <p:sp>
        <p:nvSpPr>
          <p:cNvPr id="14" name="Text 11"/>
          <p:cNvSpPr/>
          <p:nvPr/>
        </p:nvSpPr>
        <p:spPr>
          <a:xfrm>
            <a:off x="40064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[  ]</a:t>
            </a:r>
            <a:endParaRPr lang="en-US" sz="1658" dirty="0"/>
          </a:p>
        </p:txBody>
      </p:sp>
      <p:sp>
        <p:nvSpPr>
          <p:cNvPr id="15" name="Text 12"/>
          <p:cNvSpPr/>
          <p:nvPr/>
        </p:nvSpPr>
        <p:spPr>
          <a:xfrm>
            <a:off x="40064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resources</a:t>
            </a:r>
            <a:endParaRPr lang="en-US" sz="782" dirty="0"/>
          </a:p>
        </p:txBody>
      </p:sp>
      <p:sp>
        <p:nvSpPr>
          <p:cNvPr id="16" name="Text 13"/>
          <p:cNvSpPr/>
          <p:nvPr/>
        </p:nvSpPr>
        <p:spPr>
          <a:xfrm>
            <a:off x="5724139" y="3238805"/>
            <a:ext cx="1477222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8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$0</a:t>
            </a:r>
            <a:endParaRPr lang="en-US" sz="1658" dirty="0"/>
          </a:p>
        </p:txBody>
      </p:sp>
      <p:sp>
        <p:nvSpPr>
          <p:cNvPr id="17" name="Text 14"/>
          <p:cNvSpPr/>
          <p:nvPr/>
        </p:nvSpPr>
        <p:spPr>
          <a:xfrm>
            <a:off x="5724139" y="3560674"/>
            <a:ext cx="1477222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2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to your school</a:t>
            </a:r>
            <a:endParaRPr lang="en-US" sz="782" dirty="0"/>
          </a:p>
        </p:txBody>
      </p:sp>
      <p:sp>
        <p:nvSpPr>
          <p:cNvPr id="18" name="Text 15"/>
          <p:cNvSpPr/>
          <p:nvPr/>
        </p:nvSpPr>
        <p:spPr>
          <a:xfrm>
            <a:off x="450799" y="4013302"/>
            <a:ext cx="6870802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2" b="1" spc="136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WAYS TO START</a:t>
            </a:r>
            <a:endParaRPr lang="en-US" sz="952" dirty="0"/>
          </a:p>
        </p:txBody>
      </p:sp>
      <p:sp>
        <p:nvSpPr>
          <p:cNvPr id="19" name="Shape 16"/>
          <p:cNvSpPr/>
          <p:nvPr/>
        </p:nvSpPr>
        <p:spPr>
          <a:xfrm>
            <a:off x="450799" y="4335170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0799" y="4335170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1" name="Text 18"/>
          <p:cNvSpPr/>
          <p:nvPr/>
        </p:nvSpPr>
        <p:spPr>
          <a:xfrm>
            <a:off x="450799" y="4335170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573" dirty="0"/>
          </a:p>
        </p:txBody>
      </p:sp>
      <p:sp>
        <p:nvSpPr>
          <p:cNvPr id="22" name="Text 19"/>
          <p:cNvSpPr/>
          <p:nvPr/>
        </p:nvSpPr>
        <p:spPr>
          <a:xfrm>
            <a:off x="979322" y="4435855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Club Launch</a:t>
            </a:r>
            <a:endParaRPr lang="en-US" sz="1139" dirty="0"/>
          </a:p>
        </p:txBody>
      </p:sp>
      <p:sp>
        <p:nvSpPr>
          <p:cNvPr id="23" name="Text 20"/>
          <p:cNvSpPr/>
          <p:nvPr/>
        </p:nvSpPr>
        <p:spPr>
          <a:xfrm>
            <a:off x="979322" y="4691439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schools with fewer than ten interested students. We help form a student club and pair it with a local ambassador.</a:t>
            </a:r>
            <a:endParaRPr lang="en-US" sz="884" dirty="0"/>
          </a:p>
        </p:txBody>
      </p:sp>
      <p:sp>
        <p:nvSpPr>
          <p:cNvPr id="24" name="Shape 21"/>
          <p:cNvSpPr/>
          <p:nvPr/>
        </p:nvSpPr>
        <p:spPr>
          <a:xfrm>
            <a:off x="450799" y="5210251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0799" y="5210251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26" name="Text 23"/>
          <p:cNvSpPr/>
          <p:nvPr/>
        </p:nvSpPr>
        <p:spPr>
          <a:xfrm>
            <a:off x="450799" y="5210251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573" dirty="0"/>
          </a:p>
        </p:txBody>
      </p:sp>
      <p:sp>
        <p:nvSpPr>
          <p:cNvPr id="27" name="Text 24"/>
          <p:cNvSpPr/>
          <p:nvPr/>
        </p:nvSpPr>
        <p:spPr>
          <a:xfrm>
            <a:off x="979322" y="5310936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Fair Program</a:t>
            </a:r>
            <a:endParaRPr lang="en-US" sz="1139" dirty="0"/>
          </a:p>
        </p:txBody>
      </p:sp>
      <p:sp>
        <p:nvSpPr>
          <p:cNvPr id="28" name="Text 25"/>
          <p:cNvSpPr/>
          <p:nvPr/>
        </p:nvSpPr>
        <p:spPr>
          <a:xfrm>
            <a:off x="979322" y="5566520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schools ready to run a complete fair. We supply resources, coordinate judges, handle registration, and support the teacher throughout.</a:t>
            </a:r>
            <a:endParaRPr lang="en-US" sz="884" dirty="0"/>
          </a:p>
        </p:txBody>
      </p:sp>
      <p:sp>
        <p:nvSpPr>
          <p:cNvPr id="29" name="Shape 26"/>
          <p:cNvSpPr/>
          <p:nvPr/>
        </p:nvSpPr>
        <p:spPr>
          <a:xfrm>
            <a:off x="450799" y="6085332"/>
            <a:ext cx="6870802" cy="774497"/>
          </a:xfrm>
          <a:prstGeom prst="rect">
            <a:avLst/>
          </a:prstGeom>
          <a:solidFill>
            <a:srgbClr val="FFFFFF"/>
          </a:solidFill>
          <a:ln w="12954">
            <a:solidFill>
              <a:srgbClr val="6AB86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0799" y="6085332"/>
            <a:ext cx="388620" cy="774497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1" name="Text 28"/>
          <p:cNvSpPr/>
          <p:nvPr/>
        </p:nvSpPr>
        <p:spPr>
          <a:xfrm>
            <a:off x="450799" y="6085332"/>
            <a:ext cx="388620" cy="774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3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573" dirty="0"/>
          </a:p>
        </p:txBody>
      </p:sp>
      <p:sp>
        <p:nvSpPr>
          <p:cNvPr id="32" name="Text 29"/>
          <p:cNvSpPr/>
          <p:nvPr/>
        </p:nvSpPr>
        <p:spPr>
          <a:xfrm>
            <a:off x="979322" y="6186017"/>
            <a:ext cx="6186830" cy="263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9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Individual Mentorship</a:t>
            </a:r>
            <a:endParaRPr lang="en-US" sz="1139" dirty="0"/>
          </a:p>
        </p:txBody>
      </p:sp>
      <p:sp>
        <p:nvSpPr>
          <p:cNvPr id="33" name="Text 30"/>
          <p:cNvSpPr/>
          <p:nvPr/>
        </p:nvSpPr>
        <p:spPr>
          <a:xfrm>
            <a:off x="979322" y="6441601"/>
            <a:ext cx="618683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4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students at schools without a fair yet. We match each student with an online mentor and guide them through registration.</a:t>
            </a:r>
            <a:endParaRPr lang="en-US" sz="884" dirty="0"/>
          </a:p>
        </p:txBody>
      </p:sp>
      <p:sp>
        <p:nvSpPr>
          <p:cNvPr id="34" name="Shape 31"/>
          <p:cNvSpPr/>
          <p:nvPr/>
        </p:nvSpPr>
        <p:spPr>
          <a:xfrm>
            <a:off x="450799" y="7020763"/>
            <a:ext cx="6870802" cy="1186891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5" name="Text 32"/>
          <p:cNvSpPr/>
          <p:nvPr/>
        </p:nvSpPr>
        <p:spPr>
          <a:xfrm>
            <a:off x="643182" y="7121347"/>
            <a:ext cx="645855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5" b="1" spc="119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PROVIDE, ALL FREE</a:t>
            </a:r>
            <a:endParaRPr lang="en-US" sz="935" dirty="0"/>
          </a:p>
        </p:txBody>
      </p:sp>
      <p:sp>
        <p:nvSpPr>
          <p:cNvPr id="36" name="Text 33"/>
          <p:cNvSpPr/>
          <p:nvPr/>
        </p:nvSpPr>
        <p:spPr>
          <a:xfrm>
            <a:off x="711890" y="7402982"/>
            <a:ext cx="632113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setup guide, 12 month timeline, and a teacher handbook with four grading rubrics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cross-curricular curriculum for Grades 5 to 8, mapped to Ohio Learning Standards and CCSS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worksheets, lab notebook, display board template, and research guides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Judge recruitment and training, plus mentor matching with working STEM professionals</a:t>
            </a:r>
            <a:endParaRPr lang="en-US" sz="901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901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Ohio Academy of Science and ProjectBoard registration support</a:t>
            </a:r>
            <a:endParaRPr lang="en-US" sz="901" dirty="0"/>
          </a:p>
        </p:txBody>
      </p:sp>
      <p:sp>
        <p:nvSpPr>
          <p:cNvPr id="37" name="Shape 34"/>
          <p:cNvSpPr/>
          <p:nvPr/>
        </p:nvSpPr>
        <p:spPr>
          <a:xfrm>
            <a:off x="450799" y="8328355"/>
            <a:ext cx="6870802" cy="603504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8" name="Text 35"/>
          <p:cNvSpPr/>
          <p:nvPr/>
        </p:nvSpPr>
        <p:spPr>
          <a:xfrm>
            <a:off x="643182" y="8398764"/>
            <a:ext cx="6458554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8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 out and we will talk through your school's situation, then set everything up together.</a:t>
            </a:r>
            <a:endParaRPr lang="en-US" sz="918" dirty="0"/>
          </a:p>
        </p:txBody>
      </p:sp>
      <p:sp>
        <p:nvSpPr>
          <p:cNvPr id="39" name="Text 36"/>
          <p:cNvSpPr/>
          <p:nvPr/>
        </p:nvSpPr>
        <p:spPr>
          <a:xfrm>
            <a:off x="643182" y="8640166"/>
            <a:ext cx="6458554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8" b="1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fairgameinitiative@outlook.com        fairgameinitiative.org</a:t>
            </a:r>
            <a:endParaRPr lang="en-US" sz="918" dirty="0"/>
          </a:p>
        </p:txBody>
      </p:sp>
      <p:sp>
        <p:nvSpPr>
          <p:cNvPr id="40" name="Shape 37"/>
          <p:cNvSpPr/>
          <p:nvPr/>
        </p:nvSpPr>
        <p:spPr>
          <a:xfrm>
            <a:off x="481889" y="9605772"/>
            <a:ext cx="6808622" cy="0"/>
          </a:xfrm>
          <a:prstGeom prst="line">
            <a:avLst/>
          </a:prstGeom>
          <a:noFill/>
          <a:ln w="12700">
            <a:solidFill>
              <a:srgbClr val="E2E6E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1889" y="9656064"/>
            <a:ext cx="40851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1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 Initiative  |  For schools</a:t>
            </a:r>
            <a:endParaRPr lang="en-US" sz="731" dirty="0"/>
          </a:p>
        </p:txBody>
      </p:sp>
      <p:sp>
        <p:nvSpPr>
          <p:cNvPr id="42" name="Text 39"/>
          <p:cNvSpPr/>
          <p:nvPr/>
        </p:nvSpPr>
        <p:spPr>
          <a:xfrm>
            <a:off x="4567062" y="9656064"/>
            <a:ext cx="272344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1" i="1" dirty="0">
                <a:solidFill>
                  <a:srgbClr val="E061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One-Pager, For schools</dc:title>
  <dc:subject>PptxGenJS Presentation</dc:subject>
  <dc:creator>FairGame Initiative</dc:creator>
  <cp:lastModifiedBy>FairGame Initiative</cp:lastModifiedBy>
  <cp:revision>1</cp:revision>
  <dcterms:created xsi:type="dcterms:W3CDTF">2026-07-28T01:39:56Z</dcterms:created>
  <dcterms:modified xsi:type="dcterms:W3CDTF">2026-07-28T01:39:56Z</dcterms:modified>
</cp:coreProperties>
</file>