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5544800" cy="10058400"/>
  <p:notesSz cx="10058400" cy="1554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0" cy="19110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2628"/>
            <a:ext cx="1399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 MATERIALS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22376" y="854964"/>
            <a:ext cx="1399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DIRECTIONAL SIGNAGE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414016"/>
            <a:ext cx="139903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sign per sheet at 11 by 17 inches landscape. Each sign has a direction arrow you rotate to point the right way: select the arrow, then use the rotation handle. Print on card stock and mount at eye level, roughly five feet from the floor.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4023360"/>
            <a:ext cx="13990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Where to post signs, from the Day-of-Event Checklist: entrance, project categories, judging room, and the awards area. Add a sign anywhere a visitor has to make a decision about which way to walk.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93040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0" cy="100584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0"/>
            <a:ext cx="1399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SCIENCE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3730752" cy="3419856"/>
          </a:xfrm>
          <a:prstGeom prst="rightArrow">
            <a:avLst/>
          </a:prstGeom>
          <a:solidFill>
            <a:srgbClr val="1C3A1C"/>
          </a:solidFill>
          <a:ln/>
        </p:spPr>
      </p:sp>
      <p:sp>
        <p:nvSpPr>
          <p:cNvPr id="5" name="Text 3"/>
          <p:cNvSpPr/>
          <p:nvPr/>
        </p:nvSpPr>
        <p:spPr>
          <a:xfrm>
            <a:off x="5285232" y="2615184"/>
            <a:ext cx="94823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ENTRANCE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5285232" y="5481828"/>
            <a:ext cx="9482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Welcome, please check 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9203436"/>
            <a:ext cx="1399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Rotate the arrow to point the correct way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0" cy="1005840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0"/>
            <a:ext cx="1399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SCIENCE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3730752" cy="3419856"/>
          </a:xfrm>
          <a:prstGeom prst="rightArrow">
            <a:avLst/>
          </a:prstGeom>
          <a:solidFill>
            <a:srgbClr val="357A38"/>
          </a:solidFill>
          <a:ln/>
        </p:spPr>
      </p:sp>
      <p:sp>
        <p:nvSpPr>
          <p:cNvPr id="5" name="Text 3"/>
          <p:cNvSpPr/>
          <p:nvPr/>
        </p:nvSpPr>
        <p:spPr>
          <a:xfrm>
            <a:off x="5285232" y="2615184"/>
            <a:ext cx="94823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CHECK IN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5285232" y="5481828"/>
            <a:ext cx="9482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and judges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9203436"/>
            <a:ext cx="1399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Rotate the arrow to point the correct way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0" cy="100584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0"/>
            <a:ext cx="1399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SCIENCE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3730752" cy="3419856"/>
          </a:xfrm>
          <a:prstGeom prst="rightArrow">
            <a:avLst/>
          </a:prstGeom>
          <a:solidFill>
            <a:srgbClr val="1C3A1C"/>
          </a:solidFill>
          <a:ln/>
        </p:spPr>
      </p:sp>
      <p:sp>
        <p:nvSpPr>
          <p:cNvPr id="5" name="Text 3"/>
          <p:cNvSpPr/>
          <p:nvPr/>
        </p:nvSpPr>
        <p:spPr>
          <a:xfrm>
            <a:off x="5285232" y="2615184"/>
            <a:ext cx="94823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PROJECTS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5285232" y="5481828"/>
            <a:ext cx="9482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 A to Z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9203436"/>
            <a:ext cx="1399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Rotate the arrow to point the correct way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0" cy="1005840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0"/>
            <a:ext cx="1399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SCIENCE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3730752" cy="3419856"/>
          </a:xfrm>
          <a:prstGeom prst="rightArrow">
            <a:avLst/>
          </a:prstGeom>
          <a:solidFill>
            <a:srgbClr val="E0615A"/>
          </a:solidFill>
          <a:ln/>
        </p:spPr>
      </p:sp>
      <p:sp>
        <p:nvSpPr>
          <p:cNvPr id="5" name="Text 3"/>
          <p:cNvSpPr/>
          <p:nvPr/>
        </p:nvSpPr>
        <p:spPr>
          <a:xfrm>
            <a:off x="5285232" y="2615184"/>
            <a:ext cx="94823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JUDGING ROOM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5285232" y="5481828"/>
            <a:ext cx="9482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Judges only, please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9203436"/>
            <a:ext cx="1399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Rotate the arrow to point the correct way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0" cy="100584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0"/>
            <a:ext cx="1399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SCIENCE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3730752" cy="3419856"/>
          </a:xfrm>
          <a:prstGeom prst="rightArrow">
            <a:avLst/>
          </a:prstGeom>
          <a:solidFill>
            <a:srgbClr val="1C3A1C"/>
          </a:solidFill>
          <a:ln/>
        </p:spPr>
      </p:sp>
      <p:sp>
        <p:nvSpPr>
          <p:cNvPr id="5" name="Text 3"/>
          <p:cNvSpPr/>
          <p:nvPr/>
        </p:nvSpPr>
        <p:spPr>
          <a:xfrm>
            <a:off x="5285232" y="2615184"/>
            <a:ext cx="94823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AWARDS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5285232" y="5481828"/>
            <a:ext cx="9482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Ceremony this way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9203436"/>
            <a:ext cx="1399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Rotate the arrow to point the correct way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0" cy="1005840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0"/>
            <a:ext cx="1399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SCIENCE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3730752" cy="3419856"/>
          </a:xfrm>
          <a:prstGeom prst="rightArrow">
            <a:avLst/>
          </a:prstGeom>
          <a:solidFill>
            <a:srgbClr val="357A38"/>
          </a:solidFill>
          <a:ln/>
        </p:spPr>
      </p:sp>
      <p:sp>
        <p:nvSpPr>
          <p:cNvPr id="5" name="Text 3"/>
          <p:cNvSpPr/>
          <p:nvPr/>
        </p:nvSpPr>
        <p:spPr>
          <a:xfrm>
            <a:off x="5285232" y="2615184"/>
            <a:ext cx="94823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REFRESHMENTS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777240" y="9203436"/>
            <a:ext cx="1399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Rotate the arrow to point the correct way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0" cy="1005840"/>
          </a:xfrm>
          <a:prstGeom prst="rect">
            <a:avLst/>
          </a:prstGeom>
          <a:solidFill>
            <a:srgbClr val="6B756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0"/>
            <a:ext cx="1399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SCIENCE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3730752" cy="3419856"/>
          </a:xfrm>
          <a:prstGeom prst="rightArrow">
            <a:avLst/>
          </a:prstGeom>
          <a:solidFill>
            <a:srgbClr val="6B756B"/>
          </a:solidFill>
          <a:ln/>
        </p:spPr>
      </p:sp>
      <p:sp>
        <p:nvSpPr>
          <p:cNvPr id="5" name="Text 3"/>
          <p:cNvSpPr/>
          <p:nvPr/>
        </p:nvSpPr>
        <p:spPr>
          <a:xfrm>
            <a:off x="5285232" y="2615184"/>
            <a:ext cx="94823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RESTROOMS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777240" y="9203436"/>
            <a:ext cx="1399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Rotate the arrow to point the correct way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0" cy="1005840"/>
          </a:xfrm>
          <a:prstGeom prst="rect">
            <a:avLst/>
          </a:prstGeom>
          <a:solidFill>
            <a:srgbClr val="6B756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0"/>
            <a:ext cx="1399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SCIENCE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3730752" cy="3419856"/>
          </a:xfrm>
          <a:prstGeom prst="rightArrow">
            <a:avLst/>
          </a:prstGeom>
          <a:solidFill>
            <a:srgbClr val="6B756B"/>
          </a:solidFill>
          <a:ln/>
        </p:spPr>
      </p:sp>
      <p:sp>
        <p:nvSpPr>
          <p:cNvPr id="5" name="Text 3"/>
          <p:cNvSpPr/>
          <p:nvPr/>
        </p:nvSpPr>
        <p:spPr>
          <a:xfrm>
            <a:off x="5285232" y="2615184"/>
            <a:ext cx="94823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PARKING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777240" y="9203436"/>
            <a:ext cx="1399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Rotate the arrow to point the correct way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Directional Signage</dc:title>
  <dc:subject>PptxGenJS Presentation</dc:subject>
  <dc:creator>FairGame Initiative</dc:creator>
  <cp:lastModifiedBy>FairGame Initiative</cp:lastModifiedBy>
  <cp:revision>1</cp:revision>
  <dcterms:created xsi:type="dcterms:W3CDTF">2026-07-28T01:44:39Z</dcterms:created>
  <dcterms:modified xsi:type="dcterms:W3CDTF">2026-07-28T01:44:39Z</dcterms:modified>
</cp:coreProperties>
</file>