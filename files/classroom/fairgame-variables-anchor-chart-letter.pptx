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709928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230" y="444581"/>
            <a:ext cx="458412" cy="752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889" y="273588"/>
            <a:ext cx="6350211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8" b="1" spc="27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ANCHOR CHART</a:t>
            </a:r>
            <a:endParaRPr lang="en-US" sz="1318" dirty="0"/>
          </a:p>
        </p:txBody>
      </p:sp>
      <p:sp>
        <p:nvSpPr>
          <p:cNvPr id="5" name="Text 2"/>
          <p:cNvSpPr/>
          <p:nvPr/>
        </p:nvSpPr>
        <p:spPr>
          <a:xfrm>
            <a:off x="435254" y="564276"/>
            <a:ext cx="6579417" cy="53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THREE</a:t>
            </a:r>
            <a:endParaRPr lang="en-US" sz="3423" dirty="0"/>
          </a:p>
        </p:txBody>
      </p:sp>
      <p:sp>
        <p:nvSpPr>
          <p:cNvPr id="6" name="Text 3"/>
          <p:cNvSpPr/>
          <p:nvPr/>
        </p:nvSpPr>
        <p:spPr>
          <a:xfrm>
            <a:off x="435254" y="1094354"/>
            <a:ext cx="6579417" cy="53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VARIABLES</a:t>
            </a:r>
            <a:endParaRPr lang="en-US" sz="3423" dirty="0"/>
          </a:p>
        </p:txBody>
      </p:sp>
      <p:sp>
        <p:nvSpPr>
          <p:cNvPr id="7" name="Text 4"/>
          <p:cNvSpPr/>
          <p:nvPr/>
        </p:nvSpPr>
        <p:spPr>
          <a:xfrm>
            <a:off x="481889" y="1971446"/>
            <a:ext cx="680862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2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 fair test changes one thing, measures one thing, and keeps everything else the same.</a:t>
            </a:r>
            <a:endParaRPr lang="en-US" sz="1402" dirty="0"/>
          </a:p>
        </p:txBody>
      </p:sp>
      <p:sp>
        <p:nvSpPr>
          <p:cNvPr id="8" name="Shape 5"/>
          <p:cNvSpPr/>
          <p:nvPr/>
        </p:nvSpPr>
        <p:spPr>
          <a:xfrm>
            <a:off x="481889" y="2474366"/>
            <a:ext cx="6808622" cy="1589227"/>
          </a:xfrm>
          <a:prstGeom prst="rect">
            <a:avLst/>
          </a:prstGeom>
          <a:solidFill>
            <a:srgbClr val="FFFFFF"/>
          </a:solidFill>
          <a:ln w="16192">
            <a:solidFill>
              <a:srgbClr val="357A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1889" y="2474366"/>
            <a:ext cx="6808622" cy="301953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0" name="Text 7"/>
          <p:cNvSpPr/>
          <p:nvPr/>
        </p:nvSpPr>
        <p:spPr>
          <a:xfrm>
            <a:off x="890406" y="2474366"/>
            <a:ext cx="5991588" cy="30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spc="7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INDEPENDENT VARIABLE</a:t>
            </a:r>
            <a:endParaRPr lang="en-US" sz="1233" dirty="0"/>
          </a:p>
        </p:txBody>
      </p:sp>
      <p:sp>
        <p:nvSpPr>
          <p:cNvPr id="11" name="Text 8"/>
          <p:cNvSpPr/>
          <p:nvPr/>
        </p:nvSpPr>
        <p:spPr>
          <a:xfrm>
            <a:off x="890406" y="2855781"/>
            <a:ext cx="5991588" cy="25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8" b="1" i="1" dirty="0">
                <a:solidFill>
                  <a:srgbClr val="357A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one thing I change on purpose</a:t>
            </a:r>
            <a:endParaRPr lang="en-US" sz="1318" dirty="0"/>
          </a:p>
        </p:txBody>
      </p:sp>
      <p:sp>
        <p:nvSpPr>
          <p:cNvPr id="12" name="Text 9"/>
          <p:cNvSpPr/>
          <p:nvPr/>
        </p:nvSpPr>
        <p:spPr>
          <a:xfrm>
            <a:off x="890406" y="3141842"/>
            <a:ext cx="5991588" cy="87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is only ever one.</a:t>
            </a:r>
            <a:endParaRPr lang="en-US" sz="95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decide it before you start.</a:t>
            </a:r>
            <a:endParaRPr lang="en-US" sz="95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goes on the horizontal axis of your graph.</a:t>
            </a:r>
            <a:endParaRPr lang="en-US" sz="952" dirty="0"/>
          </a:p>
        </p:txBody>
      </p:sp>
      <p:sp>
        <p:nvSpPr>
          <p:cNvPr id="13" name="Shape 10"/>
          <p:cNvSpPr/>
          <p:nvPr/>
        </p:nvSpPr>
        <p:spPr>
          <a:xfrm>
            <a:off x="481889" y="4194353"/>
            <a:ext cx="6808622" cy="1589227"/>
          </a:xfrm>
          <a:prstGeom prst="rect">
            <a:avLst/>
          </a:prstGeom>
          <a:solidFill>
            <a:srgbClr val="FFFFFF"/>
          </a:solidFill>
          <a:ln w="16192">
            <a:solidFill>
              <a:srgbClr val="1C3A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1889" y="4194353"/>
            <a:ext cx="6808622" cy="3019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5" name="Text 12"/>
          <p:cNvSpPr/>
          <p:nvPr/>
        </p:nvSpPr>
        <p:spPr>
          <a:xfrm>
            <a:off x="890406" y="4194353"/>
            <a:ext cx="5991588" cy="30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spc="7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DEPENDENT VARIABLE</a:t>
            </a:r>
            <a:endParaRPr lang="en-US" sz="1233" dirty="0"/>
          </a:p>
        </p:txBody>
      </p:sp>
      <p:sp>
        <p:nvSpPr>
          <p:cNvPr id="16" name="Text 13"/>
          <p:cNvSpPr/>
          <p:nvPr/>
        </p:nvSpPr>
        <p:spPr>
          <a:xfrm>
            <a:off x="890406" y="4575767"/>
            <a:ext cx="5991588" cy="25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8" b="1" i="1" dirty="0">
                <a:solidFill>
                  <a:srgbClr val="1C3A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I measure to see the effect</a:t>
            </a:r>
            <a:endParaRPr lang="en-US" sz="1318" dirty="0"/>
          </a:p>
        </p:txBody>
      </p:sp>
      <p:sp>
        <p:nvSpPr>
          <p:cNvPr id="17" name="Text 14"/>
          <p:cNvSpPr/>
          <p:nvPr/>
        </p:nvSpPr>
        <p:spPr>
          <a:xfrm>
            <a:off x="890406" y="4861828"/>
            <a:ext cx="5991588" cy="87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your data.</a:t>
            </a:r>
            <a:endParaRPr lang="en-US" sz="95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depends on what you changed.</a:t>
            </a:r>
            <a:endParaRPr lang="en-US" sz="95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goes on the vertical axis of your graph.</a:t>
            </a:r>
            <a:endParaRPr lang="en-US" sz="952" dirty="0"/>
          </a:p>
        </p:txBody>
      </p:sp>
      <p:sp>
        <p:nvSpPr>
          <p:cNvPr id="18" name="Shape 15"/>
          <p:cNvSpPr/>
          <p:nvPr/>
        </p:nvSpPr>
        <p:spPr>
          <a:xfrm>
            <a:off x="481889" y="5914339"/>
            <a:ext cx="6808622" cy="1589227"/>
          </a:xfrm>
          <a:prstGeom prst="rect">
            <a:avLst/>
          </a:prstGeom>
          <a:solidFill>
            <a:srgbClr val="FFFFFF"/>
          </a:solidFill>
          <a:ln w="16192">
            <a:solidFill>
              <a:srgbClr val="E061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1889" y="5914339"/>
            <a:ext cx="6808622" cy="301953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20" name="Text 17"/>
          <p:cNvSpPr/>
          <p:nvPr/>
        </p:nvSpPr>
        <p:spPr>
          <a:xfrm>
            <a:off x="890406" y="5914339"/>
            <a:ext cx="5991588" cy="30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spc="7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CONTROLLED VARIABLES</a:t>
            </a:r>
            <a:endParaRPr lang="en-US" sz="1233" dirty="0"/>
          </a:p>
        </p:txBody>
      </p:sp>
      <p:sp>
        <p:nvSpPr>
          <p:cNvPr id="21" name="Text 18"/>
          <p:cNvSpPr/>
          <p:nvPr/>
        </p:nvSpPr>
        <p:spPr>
          <a:xfrm>
            <a:off x="890406" y="6295754"/>
            <a:ext cx="5991588" cy="25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8" b="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Everything I keep exactly the same</a:t>
            </a:r>
            <a:endParaRPr lang="en-US" sz="1318" dirty="0"/>
          </a:p>
        </p:txBody>
      </p:sp>
      <p:sp>
        <p:nvSpPr>
          <p:cNvPr id="22" name="Text 19"/>
          <p:cNvSpPr/>
          <p:nvPr/>
        </p:nvSpPr>
        <p:spPr>
          <a:xfrm>
            <a:off x="890406" y="6581815"/>
            <a:ext cx="5991588" cy="87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are usually many.</a:t>
            </a:r>
            <a:endParaRPr lang="en-US" sz="95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 every one you can think of.</a:t>
            </a:r>
            <a:endParaRPr lang="en-US" sz="95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are what make the test fair.</a:t>
            </a:r>
            <a:endParaRPr lang="en-US" sz="952" dirty="0"/>
          </a:p>
        </p:txBody>
      </p:sp>
      <p:sp>
        <p:nvSpPr>
          <p:cNvPr id="23" name="Shape 20"/>
          <p:cNvSpPr/>
          <p:nvPr/>
        </p:nvSpPr>
        <p:spPr>
          <a:xfrm>
            <a:off x="481889" y="7684618"/>
            <a:ext cx="6808622" cy="12573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1"/>
          <p:cNvSpPr/>
          <p:nvPr/>
        </p:nvSpPr>
        <p:spPr>
          <a:xfrm>
            <a:off x="652104" y="7797775"/>
            <a:ext cx="6468191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2" b="1" spc="13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WORKED EXAMPLE</a:t>
            </a:r>
            <a:endParaRPr lang="en-US" sz="952" dirty="0"/>
          </a:p>
        </p:txBody>
      </p:sp>
      <p:sp>
        <p:nvSpPr>
          <p:cNvPr id="25" name="Text 22"/>
          <p:cNvSpPr/>
          <p:nvPr/>
        </p:nvSpPr>
        <p:spPr>
          <a:xfrm>
            <a:off x="652104" y="8036662"/>
            <a:ext cx="6468191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7" b="1" i="1" dirty="0">
                <a:solidFill>
                  <a:srgbClr val="1C3A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Does the amount of fertilizer change how tall a plant grows?</a:t>
            </a:r>
            <a:endParaRPr lang="en-US" sz="1207" dirty="0"/>
          </a:p>
        </p:txBody>
      </p:sp>
      <p:sp>
        <p:nvSpPr>
          <p:cNvPr id="26" name="Text 23"/>
          <p:cNvSpPr/>
          <p:nvPr/>
        </p:nvSpPr>
        <p:spPr>
          <a:xfrm>
            <a:off x="652104" y="8338414"/>
            <a:ext cx="2005139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3" b="1" spc="60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CHANGE</a:t>
            </a:r>
            <a:endParaRPr lang="en-US" sz="833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93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amount of fertilizer</a:t>
            </a:r>
            <a:endParaRPr lang="en-US" sz="833" dirty="0"/>
          </a:p>
        </p:txBody>
      </p:sp>
      <p:sp>
        <p:nvSpPr>
          <p:cNvPr id="27" name="Text 24"/>
          <p:cNvSpPr/>
          <p:nvPr/>
        </p:nvSpPr>
        <p:spPr>
          <a:xfrm>
            <a:off x="2808168" y="8338414"/>
            <a:ext cx="2005139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3" b="1" spc="60" kern="0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MEASURE</a:t>
            </a:r>
            <a:endParaRPr lang="en-US" sz="833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93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plant height in centimetres</a:t>
            </a:r>
            <a:endParaRPr lang="en-US" sz="833" dirty="0"/>
          </a:p>
        </p:txBody>
      </p:sp>
      <p:sp>
        <p:nvSpPr>
          <p:cNvPr id="28" name="Text 25"/>
          <p:cNvSpPr/>
          <p:nvPr/>
        </p:nvSpPr>
        <p:spPr>
          <a:xfrm>
            <a:off x="4964232" y="8338414"/>
            <a:ext cx="2005139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3" b="1" spc="6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KEEP THE SAME</a:t>
            </a:r>
            <a:endParaRPr lang="en-US" sz="833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93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plant type, pot, soil, water, light, room temperature</a:t>
            </a:r>
            <a:endParaRPr lang="en-US" sz="833" dirty="0"/>
          </a:p>
        </p:txBody>
      </p:sp>
      <p:sp>
        <p:nvSpPr>
          <p:cNvPr id="29" name="Shape 26"/>
          <p:cNvSpPr/>
          <p:nvPr/>
        </p:nvSpPr>
        <p:spPr>
          <a:xfrm>
            <a:off x="481889" y="9072677"/>
            <a:ext cx="6808622" cy="583387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30" name="Text 27"/>
          <p:cNvSpPr/>
          <p:nvPr/>
        </p:nvSpPr>
        <p:spPr>
          <a:xfrm>
            <a:off x="672530" y="9148517"/>
            <a:ext cx="6400105" cy="163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3" b="1" spc="13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YOURSELF</a:t>
            </a:r>
            <a:endParaRPr lang="en-US" sz="1003" dirty="0"/>
          </a:p>
        </p:txBody>
      </p:sp>
      <p:sp>
        <p:nvSpPr>
          <p:cNvPr id="31" name="Text 28"/>
          <p:cNvSpPr/>
          <p:nvPr/>
        </p:nvSpPr>
        <p:spPr>
          <a:xfrm>
            <a:off x="672530" y="9306032"/>
            <a:ext cx="6400105" cy="30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3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 changed two things at once, you cannot tell which one caused your result. Go back and change only one.</a:t>
            </a:r>
            <a:endParaRPr lang="en-US" sz="1003" dirty="0"/>
          </a:p>
        </p:txBody>
      </p:sp>
      <p:sp>
        <p:nvSpPr>
          <p:cNvPr id="32" name="Shape 29"/>
          <p:cNvSpPr/>
          <p:nvPr/>
        </p:nvSpPr>
        <p:spPr>
          <a:xfrm>
            <a:off x="481889" y="9605772"/>
            <a:ext cx="680862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1889" y="9656064"/>
            <a:ext cx="40851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1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Variables Anchor Chart</a:t>
            </a:r>
            <a:endParaRPr lang="en-US" sz="731" dirty="0"/>
          </a:p>
        </p:txBody>
      </p:sp>
      <p:sp>
        <p:nvSpPr>
          <p:cNvPr id="34" name="Text 31"/>
          <p:cNvSpPr/>
          <p:nvPr/>
        </p:nvSpPr>
        <p:spPr>
          <a:xfrm>
            <a:off x="4567062" y="9656064"/>
            <a:ext cx="272344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Variables Anchor Chart</dc:title>
  <dc:subject>PptxGenJS Presentation</dc:subject>
  <dc:creator>FairGame Initiative</dc:creator>
  <cp:lastModifiedBy>FairGame Initiative</cp:lastModifiedBy>
  <cp:revision>1</cp:revision>
  <dcterms:created xsi:type="dcterms:W3CDTF">2026-07-27T18:40:27Z</dcterms:created>
  <dcterms:modified xsi:type="dcterms:W3CDTF">2026-07-27T18:40:27Z</dcterms:modified>
</cp:coreProperties>
</file>