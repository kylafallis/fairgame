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7772400" cy="10058400"/>
  <p:notesSz cx="10058400" cy="7772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772400" cy="1709928"/>
          </a:xfrm>
          <a:prstGeom prst="rect">
            <a:avLst/>
          </a:prstGeom>
          <a:solidFill>
            <a:srgbClr val="1C3A1C"/>
          </a:solidFill>
          <a:ln/>
        </p:spPr>
      </p:sp>
      <p:pic>
        <p:nvPicPr>
          <p:cNvPr id="3" name="Image 0" descr="/tmp/fairgame_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4230" y="444581"/>
            <a:ext cx="458412" cy="7523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81889" y="273588"/>
            <a:ext cx="6350211" cy="273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18" b="1" spc="272" kern="0" dirty="0">
                <a:solidFill>
                  <a:srgbClr val="6AB86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CLASSROOM POSTER</a:t>
            </a:r>
            <a:endParaRPr lang="en-US" sz="1318" dirty="0"/>
          </a:p>
        </p:txBody>
      </p:sp>
      <p:sp>
        <p:nvSpPr>
          <p:cNvPr id="5" name="Text 2"/>
          <p:cNvSpPr/>
          <p:nvPr/>
        </p:nvSpPr>
        <p:spPr>
          <a:xfrm>
            <a:off x="435254" y="564276"/>
            <a:ext cx="6579417" cy="5300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23" dirty="0">
                <a:solidFill>
                  <a:srgbClr val="FFFFF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THE SCIENTIFIC</a:t>
            </a:r>
            <a:endParaRPr lang="en-US" sz="3423" dirty="0"/>
          </a:p>
        </p:txBody>
      </p:sp>
      <p:sp>
        <p:nvSpPr>
          <p:cNvPr id="6" name="Text 3"/>
          <p:cNvSpPr/>
          <p:nvPr/>
        </p:nvSpPr>
        <p:spPr>
          <a:xfrm>
            <a:off x="435254" y="1094354"/>
            <a:ext cx="6579417" cy="5300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23" dirty="0">
                <a:solidFill>
                  <a:srgbClr val="FFFFF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METHOD</a:t>
            </a:r>
            <a:endParaRPr lang="en-US" sz="3423" dirty="0"/>
          </a:p>
        </p:txBody>
      </p:sp>
      <p:sp>
        <p:nvSpPr>
          <p:cNvPr id="7" name="Shape 4"/>
          <p:cNvSpPr/>
          <p:nvPr/>
        </p:nvSpPr>
        <p:spPr>
          <a:xfrm>
            <a:off x="481889" y="2011680"/>
            <a:ext cx="6808622" cy="683971"/>
          </a:xfrm>
          <a:prstGeom prst="rect">
            <a:avLst/>
          </a:prstGeom>
          <a:solidFill>
            <a:srgbClr val="FFFFFF"/>
          </a:solidFill>
          <a:ln w="14034">
            <a:solidFill>
              <a:srgbClr val="6AB86E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88277" y="2210032"/>
            <a:ext cx="287268" cy="287268"/>
          </a:xfrm>
          <a:prstGeom prst="ellipse">
            <a:avLst/>
          </a:prstGeom>
          <a:solidFill>
            <a:srgbClr val="1C3A1C"/>
          </a:solidFill>
          <a:ln/>
        </p:spPr>
      </p:sp>
      <p:sp>
        <p:nvSpPr>
          <p:cNvPr id="9" name="Text 6"/>
          <p:cNvSpPr/>
          <p:nvPr/>
        </p:nvSpPr>
        <p:spPr>
          <a:xfrm>
            <a:off x="788277" y="2210032"/>
            <a:ext cx="287268" cy="287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6AB86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1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1313846" y="2121115"/>
            <a:ext cx="5704320" cy="2051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77" b="1" dirty="0">
                <a:solidFill>
                  <a:srgbClr val="1C3A1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Ask a question</a:t>
            </a:r>
            <a:endParaRPr lang="en-US" sz="1377" dirty="0"/>
          </a:p>
        </p:txBody>
      </p:sp>
      <p:sp>
        <p:nvSpPr>
          <p:cNvPr id="11" name="Text 8"/>
          <p:cNvSpPr/>
          <p:nvPr/>
        </p:nvSpPr>
        <p:spPr>
          <a:xfrm>
            <a:off x="1313846" y="2326307"/>
            <a:ext cx="5704320" cy="273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3" dirty="0">
                <a:solidFill>
                  <a:srgbClr val="6B75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Notice something you wonder about, then narrow it until an experiment could answer it.</a:t>
            </a:r>
            <a:endParaRPr lang="en-US" sz="1003" dirty="0"/>
          </a:p>
        </p:txBody>
      </p:sp>
      <p:sp>
        <p:nvSpPr>
          <p:cNvPr id="12" name="Shape 9"/>
          <p:cNvSpPr/>
          <p:nvPr/>
        </p:nvSpPr>
        <p:spPr>
          <a:xfrm>
            <a:off x="481889" y="2806294"/>
            <a:ext cx="6808622" cy="683971"/>
          </a:xfrm>
          <a:prstGeom prst="rect">
            <a:avLst/>
          </a:prstGeom>
          <a:solidFill>
            <a:srgbClr val="FFFFFF"/>
          </a:solidFill>
          <a:ln w="14034">
            <a:solidFill>
              <a:srgbClr val="6AB86E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88277" y="3004645"/>
            <a:ext cx="287268" cy="287268"/>
          </a:xfrm>
          <a:prstGeom prst="ellipse">
            <a:avLst/>
          </a:prstGeom>
          <a:solidFill>
            <a:srgbClr val="1C3A1C"/>
          </a:solidFill>
          <a:ln/>
        </p:spPr>
      </p:sp>
      <p:sp>
        <p:nvSpPr>
          <p:cNvPr id="14" name="Text 11"/>
          <p:cNvSpPr/>
          <p:nvPr/>
        </p:nvSpPr>
        <p:spPr>
          <a:xfrm>
            <a:off x="788277" y="3004645"/>
            <a:ext cx="287268" cy="287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6AB86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2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1313846" y="2915729"/>
            <a:ext cx="5704320" cy="2051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77" b="1" dirty="0">
                <a:solidFill>
                  <a:srgbClr val="1C3A1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Do background research</a:t>
            </a:r>
            <a:endParaRPr lang="en-US" sz="1377" dirty="0"/>
          </a:p>
        </p:txBody>
      </p:sp>
      <p:sp>
        <p:nvSpPr>
          <p:cNvPr id="16" name="Text 13"/>
          <p:cNvSpPr/>
          <p:nvPr/>
        </p:nvSpPr>
        <p:spPr>
          <a:xfrm>
            <a:off x="1313846" y="3120920"/>
            <a:ext cx="5704320" cy="273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3" dirty="0">
                <a:solidFill>
                  <a:srgbClr val="6B75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Find out what is already known. Record every source as you go.</a:t>
            </a:r>
            <a:endParaRPr lang="en-US" sz="1003" dirty="0"/>
          </a:p>
        </p:txBody>
      </p:sp>
      <p:sp>
        <p:nvSpPr>
          <p:cNvPr id="17" name="Shape 14"/>
          <p:cNvSpPr/>
          <p:nvPr/>
        </p:nvSpPr>
        <p:spPr>
          <a:xfrm>
            <a:off x="481889" y="3600907"/>
            <a:ext cx="6808622" cy="683971"/>
          </a:xfrm>
          <a:prstGeom prst="rect">
            <a:avLst/>
          </a:prstGeom>
          <a:solidFill>
            <a:srgbClr val="FFFFFF"/>
          </a:solidFill>
          <a:ln w="14034">
            <a:solidFill>
              <a:srgbClr val="6AB86E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88277" y="3799259"/>
            <a:ext cx="287268" cy="287268"/>
          </a:xfrm>
          <a:prstGeom prst="ellipse">
            <a:avLst/>
          </a:prstGeom>
          <a:solidFill>
            <a:srgbClr val="1C3A1C"/>
          </a:solidFill>
          <a:ln/>
        </p:spPr>
      </p:sp>
      <p:sp>
        <p:nvSpPr>
          <p:cNvPr id="19" name="Text 16"/>
          <p:cNvSpPr/>
          <p:nvPr/>
        </p:nvSpPr>
        <p:spPr>
          <a:xfrm>
            <a:off x="788277" y="3799259"/>
            <a:ext cx="287268" cy="287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6AB86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3</a:t>
            </a:r>
            <a:endParaRPr lang="en-US" sz="1700" dirty="0"/>
          </a:p>
        </p:txBody>
      </p:sp>
      <p:sp>
        <p:nvSpPr>
          <p:cNvPr id="20" name="Text 17"/>
          <p:cNvSpPr/>
          <p:nvPr/>
        </p:nvSpPr>
        <p:spPr>
          <a:xfrm>
            <a:off x="1313846" y="3710343"/>
            <a:ext cx="5704320" cy="2051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77" b="1" dirty="0">
                <a:solidFill>
                  <a:srgbClr val="1C3A1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Build a hypothesis</a:t>
            </a:r>
            <a:endParaRPr lang="en-US" sz="1377" dirty="0"/>
          </a:p>
        </p:txBody>
      </p:sp>
      <p:sp>
        <p:nvSpPr>
          <p:cNvPr id="21" name="Text 18"/>
          <p:cNvSpPr/>
          <p:nvPr/>
        </p:nvSpPr>
        <p:spPr>
          <a:xfrm>
            <a:off x="1313846" y="3915534"/>
            <a:ext cx="5704320" cy="273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3" dirty="0">
                <a:solidFill>
                  <a:srgbClr val="6B75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Write an if, then, because prediction that names what you will change and what you expect.</a:t>
            </a:r>
            <a:endParaRPr lang="en-US" sz="1003" dirty="0"/>
          </a:p>
        </p:txBody>
      </p:sp>
      <p:sp>
        <p:nvSpPr>
          <p:cNvPr id="22" name="Shape 19"/>
          <p:cNvSpPr/>
          <p:nvPr/>
        </p:nvSpPr>
        <p:spPr>
          <a:xfrm>
            <a:off x="481889" y="4395521"/>
            <a:ext cx="6808622" cy="683971"/>
          </a:xfrm>
          <a:prstGeom prst="rect">
            <a:avLst/>
          </a:prstGeom>
          <a:solidFill>
            <a:srgbClr val="FFFFFF"/>
          </a:solidFill>
          <a:ln w="14034">
            <a:solidFill>
              <a:srgbClr val="6AB86E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788277" y="4593872"/>
            <a:ext cx="287268" cy="287268"/>
          </a:xfrm>
          <a:prstGeom prst="ellipse">
            <a:avLst/>
          </a:prstGeom>
          <a:solidFill>
            <a:srgbClr val="1C3A1C"/>
          </a:solidFill>
          <a:ln/>
        </p:spPr>
      </p:sp>
      <p:sp>
        <p:nvSpPr>
          <p:cNvPr id="24" name="Text 21"/>
          <p:cNvSpPr/>
          <p:nvPr/>
        </p:nvSpPr>
        <p:spPr>
          <a:xfrm>
            <a:off x="788277" y="4593872"/>
            <a:ext cx="287268" cy="287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6AB86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4</a:t>
            </a:r>
            <a:endParaRPr lang="en-US" sz="1700" dirty="0"/>
          </a:p>
        </p:txBody>
      </p:sp>
      <p:sp>
        <p:nvSpPr>
          <p:cNvPr id="25" name="Text 22"/>
          <p:cNvSpPr/>
          <p:nvPr/>
        </p:nvSpPr>
        <p:spPr>
          <a:xfrm>
            <a:off x="1313846" y="4504956"/>
            <a:ext cx="5704320" cy="2051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77" b="1" dirty="0">
                <a:solidFill>
                  <a:srgbClr val="1C3A1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Design the experiment</a:t>
            </a:r>
            <a:endParaRPr lang="en-US" sz="1377" dirty="0"/>
          </a:p>
        </p:txBody>
      </p:sp>
      <p:sp>
        <p:nvSpPr>
          <p:cNvPr id="26" name="Text 23"/>
          <p:cNvSpPr/>
          <p:nvPr/>
        </p:nvSpPr>
        <p:spPr>
          <a:xfrm>
            <a:off x="1313846" y="4710148"/>
            <a:ext cx="5704320" cy="273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3" dirty="0">
                <a:solidFill>
                  <a:srgbClr val="6B75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Change one variable, keep the rest the same, and plan at least three trials.</a:t>
            </a:r>
            <a:endParaRPr lang="en-US" sz="1003" dirty="0"/>
          </a:p>
        </p:txBody>
      </p:sp>
      <p:sp>
        <p:nvSpPr>
          <p:cNvPr id="27" name="Shape 24"/>
          <p:cNvSpPr/>
          <p:nvPr/>
        </p:nvSpPr>
        <p:spPr>
          <a:xfrm>
            <a:off x="481889" y="5190134"/>
            <a:ext cx="6808622" cy="683971"/>
          </a:xfrm>
          <a:prstGeom prst="rect">
            <a:avLst/>
          </a:prstGeom>
          <a:solidFill>
            <a:srgbClr val="FFFFFF"/>
          </a:solidFill>
          <a:ln w="14034">
            <a:solidFill>
              <a:srgbClr val="6AB86E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788277" y="5388486"/>
            <a:ext cx="287268" cy="287268"/>
          </a:xfrm>
          <a:prstGeom prst="ellipse">
            <a:avLst/>
          </a:prstGeom>
          <a:solidFill>
            <a:srgbClr val="1C3A1C"/>
          </a:solidFill>
          <a:ln/>
        </p:spPr>
      </p:sp>
      <p:sp>
        <p:nvSpPr>
          <p:cNvPr id="29" name="Text 26"/>
          <p:cNvSpPr/>
          <p:nvPr/>
        </p:nvSpPr>
        <p:spPr>
          <a:xfrm>
            <a:off x="788277" y="5388486"/>
            <a:ext cx="287268" cy="287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6AB86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5</a:t>
            </a:r>
            <a:endParaRPr lang="en-US" sz="1700" dirty="0"/>
          </a:p>
        </p:txBody>
      </p:sp>
      <p:sp>
        <p:nvSpPr>
          <p:cNvPr id="30" name="Text 27"/>
          <p:cNvSpPr/>
          <p:nvPr/>
        </p:nvSpPr>
        <p:spPr>
          <a:xfrm>
            <a:off x="1313846" y="5299570"/>
            <a:ext cx="5704320" cy="2051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77" b="1" dirty="0">
                <a:solidFill>
                  <a:srgbClr val="1C3A1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Collect data</a:t>
            </a:r>
            <a:endParaRPr lang="en-US" sz="1377" dirty="0"/>
          </a:p>
        </p:txBody>
      </p:sp>
      <p:sp>
        <p:nvSpPr>
          <p:cNvPr id="31" name="Text 28"/>
          <p:cNvSpPr/>
          <p:nvPr/>
        </p:nvSpPr>
        <p:spPr>
          <a:xfrm>
            <a:off x="1313846" y="5504761"/>
            <a:ext cx="5704320" cy="273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3" dirty="0">
                <a:solidFill>
                  <a:srgbClr val="6B75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Run your trials and record every measurement the day you take it.</a:t>
            </a:r>
            <a:endParaRPr lang="en-US" sz="1003" dirty="0"/>
          </a:p>
        </p:txBody>
      </p:sp>
      <p:sp>
        <p:nvSpPr>
          <p:cNvPr id="32" name="Shape 29"/>
          <p:cNvSpPr/>
          <p:nvPr/>
        </p:nvSpPr>
        <p:spPr>
          <a:xfrm>
            <a:off x="481889" y="5984748"/>
            <a:ext cx="6808622" cy="683971"/>
          </a:xfrm>
          <a:prstGeom prst="rect">
            <a:avLst/>
          </a:prstGeom>
          <a:solidFill>
            <a:srgbClr val="FFFFFF"/>
          </a:solidFill>
          <a:ln w="14034">
            <a:solidFill>
              <a:srgbClr val="6AB86E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788277" y="6183100"/>
            <a:ext cx="287268" cy="287268"/>
          </a:xfrm>
          <a:prstGeom prst="ellipse">
            <a:avLst/>
          </a:prstGeom>
          <a:solidFill>
            <a:srgbClr val="1C3A1C"/>
          </a:solidFill>
          <a:ln/>
        </p:spPr>
      </p:sp>
      <p:sp>
        <p:nvSpPr>
          <p:cNvPr id="34" name="Text 31"/>
          <p:cNvSpPr/>
          <p:nvPr/>
        </p:nvSpPr>
        <p:spPr>
          <a:xfrm>
            <a:off x="788277" y="6183100"/>
            <a:ext cx="287268" cy="287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6AB86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6</a:t>
            </a:r>
            <a:endParaRPr lang="en-US" sz="1700" dirty="0"/>
          </a:p>
        </p:txBody>
      </p:sp>
      <p:sp>
        <p:nvSpPr>
          <p:cNvPr id="35" name="Text 32"/>
          <p:cNvSpPr/>
          <p:nvPr/>
        </p:nvSpPr>
        <p:spPr>
          <a:xfrm>
            <a:off x="1313846" y="6094183"/>
            <a:ext cx="5704320" cy="2051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77" b="1" dirty="0">
                <a:solidFill>
                  <a:srgbClr val="1C3A1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Analyze the results</a:t>
            </a:r>
            <a:endParaRPr lang="en-US" sz="1377" dirty="0"/>
          </a:p>
        </p:txBody>
      </p:sp>
      <p:sp>
        <p:nvSpPr>
          <p:cNvPr id="36" name="Text 33"/>
          <p:cNvSpPr/>
          <p:nvPr/>
        </p:nvSpPr>
        <p:spPr>
          <a:xfrm>
            <a:off x="1313846" y="6299375"/>
            <a:ext cx="5704320" cy="273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3" dirty="0">
                <a:solidFill>
                  <a:srgbClr val="6B75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Average your trials, build a graph, and describe the pattern you see.</a:t>
            </a:r>
            <a:endParaRPr lang="en-US" sz="1003" dirty="0"/>
          </a:p>
        </p:txBody>
      </p:sp>
      <p:sp>
        <p:nvSpPr>
          <p:cNvPr id="37" name="Shape 34"/>
          <p:cNvSpPr/>
          <p:nvPr/>
        </p:nvSpPr>
        <p:spPr>
          <a:xfrm>
            <a:off x="481889" y="6779362"/>
            <a:ext cx="6808622" cy="683971"/>
          </a:xfrm>
          <a:prstGeom prst="rect">
            <a:avLst/>
          </a:prstGeom>
          <a:solidFill>
            <a:srgbClr val="FFFFFF"/>
          </a:solidFill>
          <a:ln w="14034">
            <a:solidFill>
              <a:srgbClr val="6AB86E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788277" y="6977713"/>
            <a:ext cx="287268" cy="287268"/>
          </a:xfrm>
          <a:prstGeom prst="ellipse">
            <a:avLst/>
          </a:prstGeom>
          <a:solidFill>
            <a:srgbClr val="1C3A1C"/>
          </a:solidFill>
          <a:ln/>
        </p:spPr>
      </p:sp>
      <p:sp>
        <p:nvSpPr>
          <p:cNvPr id="39" name="Text 36"/>
          <p:cNvSpPr/>
          <p:nvPr/>
        </p:nvSpPr>
        <p:spPr>
          <a:xfrm>
            <a:off x="788277" y="6977713"/>
            <a:ext cx="287268" cy="287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6AB86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7</a:t>
            </a:r>
            <a:endParaRPr lang="en-US" sz="1700" dirty="0"/>
          </a:p>
        </p:txBody>
      </p:sp>
      <p:sp>
        <p:nvSpPr>
          <p:cNvPr id="40" name="Text 37"/>
          <p:cNvSpPr/>
          <p:nvPr/>
        </p:nvSpPr>
        <p:spPr>
          <a:xfrm>
            <a:off x="1313846" y="6888797"/>
            <a:ext cx="5704320" cy="2051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77" b="1" dirty="0">
                <a:solidFill>
                  <a:srgbClr val="1C3A1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Draw a conclusion</a:t>
            </a:r>
            <a:endParaRPr lang="en-US" sz="1377" dirty="0"/>
          </a:p>
        </p:txBody>
      </p:sp>
      <p:sp>
        <p:nvSpPr>
          <p:cNvPr id="41" name="Text 38"/>
          <p:cNvSpPr/>
          <p:nvPr/>
        </p:nvSpPr>
        <p:spPr>
          <a:xfrm>
            <a:off x="1313846" y="7093988"/>
            <a:ext cx="5704320" cy="273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3" dirty="0">
                <a:solidFill>
                  <a:srgbClr val="6B75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State your claim, cite your evidence, and explain your reasoning.</a:t>
            </a:r>
            <a:endParaRPr lang="en-US" sz="1003" dirty="0"/>
          </a:p>
        </p:txBody>
      </p:sp>
      <p:sp>
        <p:nvSpPr>
          <p:cNvPr id="42" name="Shape 39"/>
          <p:cNvSpPr/>
          <p:nvPr/>
        </p:nvSpPr>
        <p:spPr>
          <a:xfrm>
            <a:off x="481889" y="7573975"/>
            <a:ext cx="6808622" cy="683971"/>
          </a:xfrm>
          <a:prstGeom prst="rect">
            <a:avLst/>
          </a:prstGeom>
          <a:solidFill>
            <a:srgbClr val="FFFFFF"/>
          </a:solidFill>
          <a:ln w="14034">
            <a:solidFill>
              <a:srgbClr val="6AB86E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788277" y="7772327"/>
            <a:ext cx="287268" cy="287268"/>
          </a:xfrm>
          <a:prstGeom prst="ellipse">
            <a:avLst/>
          </a:prstGeom>
          <a:solidFill>
            <a:srgbClr val="1C3A1C"/>
          </a:solidFill>
          <a:ln/>
        </p:spPr>
      </p:sp>
      <p:sp>
        <p:nvSpPr>
          <p:cNvPr id="44" name="Text 41"/>
          <p:cNvSpPr/>
          <p:nvPr/>
        </p:nvSpPr>
        <p:spPr>
          <a:xfrm>
            <a:off x="788277" y="7772327"/>
            <a:ext cx="287268" cy="287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6AB86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8</a:t>
            </a:r>
            <a:endParaRPr lang="en-US" sz="1700" dirty="0"/>
          </a:p>
        </p:txBody>
      </p:sp>
      <p:sp>
        <p:nvSpPr>
          <p:cNvPr id="45" name="Text 42"/>
          <p:cNvSpPr/>
          <p:nvPr/>
        </p:nvSpPr>
        <p:spPr>
          <a:xfrm>
            <a:off x="1313846" y="7683411"/>
            <a:ext cx="5704320" cy="2051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77" b="1" dirty="0">
                <a:solidFill>
                  <a:srgbClr val="1C3A1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Share what you found</a:t>
            </a:r>
            <a:endParaRPr lang="en-US" sz="1377" dirty="0"/>
          </a:p>
        </p:txBody>
      </p:sp>
      <p:sp>
        <p:nvSpPr>
          <p:cNvPr id="46" name="Text 43"/>
          <p:cNvSpPr/>
          <p:nvPr/>
        </p:nvSpPr>
        <p:spPr>
          <a:xfrm>
            <a:off x="1313846" y="7888602"/>
            <a:ext cx="5704320" cy="273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3" dirty="0">
                <a:solidFill>
                  <a:srgbClr val="6B75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Build your board, write your paper, and present to judges.</a:t>
            </a:r>
            <a:endParaRPr lang="en-US" sz="1003" dirty="0"/>
          </a:p>
        </p:txBody>
      </p:sp>
      <p:sp>
        <p:nvSpPr>
          <p:cNvPr id="47" name="Shape 44"/>
          <p:cNvSpPr/>
          <p:nvPr/>
        </p:nvSpPr>
        <p:spPr>
          <a:xfrm>
            <a:off x="481889" y="8469173"/>
            <a:ext cx="6808622" cy="824789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48" name="Text 45"/>
          <p:cNvSpPr/>
          <p:nvPr/>
        </p:nvSpPr>
        <p:spPr>
          <a:xfrm>
            <a:off x="672530" y="8576395"/>
            <a:ext cx="6400105" cy="2309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3" b="1" spc="136" kern="0" dirty="0">
                <a:solidFill>
                  <a:srgbClr val="357A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SCIENCE IS A LOOP, NOT A LINE</a:t>
            </a:r>
            <a:endParaRPr lang="en-US" sz="1003" dirty="0"/>
          </a:p>
        </p:txBody>
      </p:sp>
      <p:sp>
        <p:nvSpPr>
          <p:cNvPr id="49" name="Text 46"/>
          <p:cNvSpPr/>
          <p:nvPr/>
        </p:nvSpPr>
        <p:spPr>
          <a:xfrm>
            <a:off x="672530" y="8799088"/>
            <a:ext cx="6400105" cy="428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3" dirty="0">
                <a:solidFill>
                  <a:srgbClr val="254F2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If your results raise a new question, you have not failed. You have started the cycle again. An unsupported hypothesis is still a real result.</a:t>
            </a:r>
            <a:endParaRPr lang="en-US" sz="1003" dirty="0"/>
          </a:p>
        </p:txBody>
      </p:sp>
      <p:sp>
        <p:nvSpPr>
          <p:cNvPr id="50" name="Shape 47"/>
          <p:cNvSpPr/>
          <p:nvPr/>
        </p:nvSpPr>
        <p:spPr>
          <a:xfrm>
            <a:off x="481889" y="9605772"/>
            <a:ext cx="6808622" cy="0"/>
          </a:xfrm>
          <a:prstGeom prst="line">
            <a:avLst/>
          </a:prstGeom>
          <a:noFill/>
          <a:ln w="12700">
            <a:solidFill>
              <a:srgbClr val="E2E6E2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481889" y="9656064"/>
            <a:ext cx="4085173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1" dirty="0">
                <a:solidFill>
                  <a:srgbClr val="6B75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FairGame Initiative  |  Scientific Method Poster</a:t>
            </a:r>
            <a:endParaRPr lang="en-US" sz="731" dirty="0"/>
          </a:p>
        </p:txBody>
      </p:sp>
      <p:sp>
        <p:nvSpPr>
          <p:cNvPr id="52" name="Text 49"/>
          <p:cNvSpPr/>
          <p:nvPr/>
        </p:nvSpPr>
        <p:spPr>
          <a:xfrm>
            <a:off x="4567062" y="9656064"/>
            <a:ext cx="2723449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1" i="1" dirty="0">
                <a:solidFill>
                  <a:srgbClr val="E0615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Science fairs without barriers.</a:t>
            </a:r>
            <a:endParaRPr lang="en-US" sz="731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FairGame Initiative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FairGame Scientific Method Poster</dc:title>
  <dc:subject>PptxGenJS Presentation</dc:subject>
  <dc:creator>FairGame Initiative</dc:creator>
  <cp:lastModifiedBy>FairGame Initiative</cp:lastModifiedBy>
  <cp:revision>1</cp:revision>
  <dcterms:created xsi:type="dcterms:W3CDTF">2026-07-27T18:40:27Z</dcterms:created>
  <dcterms:modified xsi:type="dcterms:W3CDTF">2026-07-27T18:40:27Z</dcterms:modified>
</cp:coreProperties>
</file>