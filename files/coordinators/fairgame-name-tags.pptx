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559052"/>
          </a:xfrm>
          <a:prstGeom prst="rect">
            <a:avLst/>
          </a:prstGeom>
          <a:solidFill>
            <a:srgbClr val="1C3A1C"/>
          </a:solidFill>
          <a:ln/>
        </p:spPr>
      </p:sp>
      <p:pic>
        <p:nvPicPr>
          <p:cNvPr id="3" name="Image 0" descr="/tmp/fairgame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4678" y="405354"/>
            <a:ext cx="417964" cy="6859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1889" y="249448"/>
            <a:ext cx="6390659" cy="24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8" b="1" spc="272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EVENT MATERIALS</a:t>
            </a:r>
            <a:endParaRPr lang="en-US" sz="1318" dirty="0"/>
          </a:p>
        </p:txBody>
      </p:sp>
      <p:sp>
        <p:nvSpPr>
          <p:cNvPr id="5" name="Text 2"/>
          <p:cNvSpPr/>
          <p:nvPr/>
        </p:nvSpPr>
        <p:spPr>
          <a:xfrm>
            <a:off x="435254" y="514487"/>
            <a:ext cx="6599641" cy="966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7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NAME TAGS</a:t>
            </a:r>
            <a:endParaRPr lang="en-US" sz="5270" dirty="0"/>
          </a:p>
        </p:txBody>
      </p:sp>
      <p:sp>
        <p:nvSpPr>
          <p:cNvPr id="6" name="Text 3"/>
          <p:cNvSpPr/>
          <p:nvPr/>
        </p:nvSpPr>
        <p:spPr>
          <a:xfrm>
            <a:off x="388620" y="1780337"/>
            <a:ext cx="69951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7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Six tags per sheet, one sheet per role, colour coded so anyone can tell at a glance who is who. Print on card stock and use adhesive badge holders or a lanyard punch.</a:t>
            </a:r>
            <a:endParaRPr lang="en-US" sz="1037" dirty="0"/>
          </a:p>
        </p:txBody>
      </p:sp>
      <p:sp>
        <p:nvSpPr>
          <p:cNvPr id="7" name="Text 4"/>
          <p:cNvSpPr/>
          <p:nvPr/>
        </p:nvSpPr>
        <p:spPr>
          <a:xfrm>
            <a:off x="388620" y="2464308"/>
            <a:ext cx="699516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2" b="1" spc="127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ROLE COLOURS</a:t>
            </a:r>
            <a:endParaRPr lang="en-US" sz="952" dirty="0"/>
          </a:p>
        </p:txBody>
      </p:sp>
      <p:sp>
        <p:nvSpPr>
          <p:cNvPr id="8" name="Shape 5"/>
          <p:cNvSpPr/>
          <p:nvPr/>
        </p:nvSpPr>
        <p:spPr>
          <a:xfrm>
            <a:off x="388620" y="2806294"/>
            <a:ext cx="1554480" cy="362102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9" name="Text 6"/>
          <p:cNvSpPr/>
          <p:nvPr/>
        </p:nvSpPr>
        <p:spPr>
          <a:xfrm>
            <a:off x="388620" y="2806294"/>
            <a:ext cx="15544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</a:t>
            </a:r>
            <a:endParaRPr lang="en-US" sz="952" dirty="0"/>
          </a:p>
        </p:txBody>
      </p:sp>
      <p:sp>
        <p:nvSpPr>
          <p:cNvPr id="10" name="Text 7"/>
          <p:cNvSpPr/>
          <p:nvPr/>
        </p:nvSpPr>
        <p:spPr>
          <a:xfrm>
            <a:off x="2176272" y="2806294"/>
            <a:ext cx="520750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4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Includes a space for the project number so judges can match a student to their table.</a:t>
            </a:r>
            <a:endParaRPr lang="en-US" sz="884" dirty="0"/>
          </a:p>
        </p:txBody>
      </p:sp>
      <p:sp>
        <p:nvSpPr>
          <p:cNvPr id="11" name="Shape 8"/>
          <p:cNvSpPr/>
          <p:nvPr/>
        </p:nvSpPr>
        <p:spPr>
          <a:xfrm>
            <a:off x="388620" y="3248863"/>
            <a:ext cx="1554480" cy="362102"/>
          </a:xfrm>
          <a:prstGeom prst="rect">
            <a:avLst/>
          </a:prstGeom>
          <a:solidFill>
            <a:srgbClr val="E0615A"/>
          </a:solidFill>
          <a:ln/>
        </p:spPr>
      </p:sp>
      <p:sp>
        <p:nvSpPr>
          <p:cNvPr id="12" name="Text 9"/>
          <p:cNvSpPr/>
          <p:nvPr/>
        </p:nvSpPr>
        <p:spPr>
          <a:xfrm>
            <a:off x="388620" y="3248863"/>
            <a:ext cx="15544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JUDGE</a:t>
            </a:r>
            <a:endParaRPr lang="en-US" sz="952" dirty="0"/>
          </a:p>
        </p:txBody>
      </p:sp>
      <p:sp>
        <p:nvSpPr>
          <p:cNvPr id="13" name="Text 10"/>
          <p:cNvSpPr/>
          <p:nvPr/>
        </p:nvSpPr>
        <p:spPr>
          <a:xfrm>
            <a:off x="2176272" y="3248863"/>
            <a:ext cx="520750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4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Salmon reads instantly across a room. Judges should be findable by students and staff.</a:t>
            </a:r>
            <a:endParaRPr lang="en-US" sz="884" dirty="0"/>
          </a:p>
        </p:txBody>
      </p:sp>
      <p:sp>
        <p:nvSpPr>
          <p:cNvPr id="14" name="Shape 11"/>
          <p:cNvSpPr/>
          <p:nvPr/>
        </p:nvSpPr>
        <p:spPr>
          <a:xfrm>
            <a:off x="388620" y="3691433"/>
            <a:ext cx="1554480" cy="362102"/>
          </a:xfrm>
          <a:prstGeom prst="rect">
            <a:avLst/>
          </a:prstGeom>
          <a:solidFill>
            <a:srgbClr val="357A38"/>
          </a:solidFill>
          <a:ln/>
        </p:spPr>
      </p:sp>
      <p:sp>
        <p:nvSpPr>
          <p:cNvPr id="15" name="Text 12"/>
          <p:cNvSpPr/>
          <p:nvPr/>
        </p:nvSpPr>
        <p:spPr>
          <a:xfrm>
            <a:off x="388620" y="3691433"/>
            <a:ext cx="15544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VOLUNTEER</a:t>
            </a:r>
            <a:endParaRPr lang="en-US" sz="952" dirty="0"/>
          </a:p>
        </p:txBody>
      </p:sp>
      <p:sp>
        <p:nvSpPr>
          <p:cNvPr id="16" name="Text 13"/>
          <p:cNvSpPr/>
          <p:nvPr/>
        </p:nvSpPr>
        <p:spPr>
          <a:xfrm>
            <a:off x="2176272" y="3691433"/>
            <a:ext cx="520750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4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Includes a space for the assigned task, which saves repeated questions on the day.</a:t>
            </a:r>
            <a:endParaRPr lang="en-US" sz="884" dirty="0"/>
          </a:p>
        </p:txBody>
      </p:sp>
      <p:sp>
        <p:nvSpPr>
          <p:cNvPr id="17" name="Shape 14"/>
          <p:cNvSpPr/>
          <p:nvPr/>
        </p:nvSpPr>
        <p:spPr>
          <a:xfrm>
            <a:off x="388620" y="4134002"/>
            <a:ext cx="1554480" cy="362102"/>
          </a:xfrm>
          <a:prstGeom prst="rect">
            <a:avLst/>
          </a:prstGeom>
          <a:solidFill>
            <a:srgbClr val="6B756B"/>
          </a:solidFill>
          <a:ln/>
        </p:spPr>
      </p:sp>
      <p:sp>
        <p:nvSpPr>
          <p:cNvPr id="18" name="Text 15"/>
          <p:cNvSpPr/>
          <p:nvPr/>
        </p:nvSpPr>
        <p:spPr>
          <a:xfrm>
            <a:off x="388620" y="4134002"/>
            <a:ext cx="15544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VISITOR</a:t>
            </a:r>
            <a:endParaRPr lang="en-US" sz="952" dirty="0"/>
          </a:p>
        </p:txBody>
      </p:sp>
      <p:sp>
        <p:nvSpPr>
          <p:cNvPr id="19" name="Text 16"/>
          <p:cNvSpPr/>
          <p:nvPr/>
        </p:nvSpPr>
        <p:spPr>
          <a:xfrm>
            <a:off x="2176272" y="4134002"/>
            <a:ext cx="520750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4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Families and press. Neutral grey keeps the colour hierarchy readable.</a:t>
            </a:r>
            <a:endParaRPr lang="en-US" sz="884" dirty="0"/>
          </a:p>
        </p:txBody>
      </p:sp>
      <p:sp>
        <p:nvSpPr>
          <p:cNvPr id="20" name="Shape 17"/>
          <p:cNvSpPr/>
          <p:nvPr/>
        </p:nvSpPr>
        <p:spPr>
          <a:xfrm>
            <a:off x="388620" y="4677156"/>
            <a:ext cx="6995160" cy="95554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1" name="Text 18"/>
          <p:cNvSpPr/>
          <p:nvPr/>
        </p:nvSpPr>
        <p:spPr>
          <a:xfrm>
            <a:off x="582930" y="4777740"/>
            <a:ext cx="699516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1" b="1" spc="119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PRINTING</a:t>
            </a:r>
            <a:endParaRPr lang="en-US" sz="901" dirty="0"/>
          </a:p>
        </p:txBody>
      </p:sp>
      <p:sp>
        <p:nvSpPr>
          <p:cNvPr id="22" name="Text 19"/>
          <p:cNvSpPr/>
          <p:nvPr/>
        </p:nvSpPr>
        <p:spPr>
          <a:xfrm>
            <a:off x="660654" y="5019142"/>
            <a:ext cx="6451092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Char char="▪"/>
            </a:pPr>
            <a:r>
              <a:rPr lang="en-US" sz="867" dirty="0">
                <a:solidFill>
                  <a:srgbClr val="254F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Choose Actual Size, not Fit to Page, so tags stay the right dimensions.</a:t>
            </a:r>
            <a:endParaRPr lang="en-US" sz="867" dirty="0"/>
          </a:p>
          <a:p>
            <a:pPr marL="342900" indent="-342900">
              <a:lnSpc>
                <a:spcPct val="110000"/>
              </a:lnSpc>
              <a:buSzPct val="100000"/>
              <a:buChar char="▪"/>
            </a:pPr>
            <a:r>
              <a:rPr lang="en-US" sz="867" dirty="0">
                <a:solidFill>
                  <a:srgbClr val="254F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Write names by hand with a marker, or type them in before printing.</a:t>
            </a:r>
            <a:endParaRPr lang="en-US" sz="867" dirty="0"/>
          </a:p>
          <a:p>
            <a:pPr marL="342900" indent="-342900">
              <a:lnSpc>
                <a:spcPct val="110000"/>
              </a:lnSpc>
              <a:buSzPct val="100000"/>
              <a:buChar char="▪"/>
            </a:pPr>
            <a:r>
              <a:rPr lang="en-US" sz="867" dirty="0">
                <a:solidFill>
                  <a:srgbClr val="254F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Print two spare sheets per role. People always turn up unlisted.</a:t>
            </a:r>
            <a:endParaRPr lang="en-US" sz="867" dirty="0"/>
          </a:p>
        </p:txBody>
      </p:sp>
      <p:sp>
        <p:nvSpPr>
          <p:cNvPr id="23" name="Shape 20"/>
          <p:cNvSpPr/>
          <p:nvPr/>
        </p:nvSpPr>
        <p:spPr>
          <a:xfrm>
            <a:off x="481889" y="9605772"/>
            <a:ext cx="6808622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1889" y="9656064"/>
            <a:ext cx="4085173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1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Initiative  |  Name Tags</a:t>
            </a:r>
            <a:endParaRPr lang="en-US" sz="731" dirty="0"/>
          </a:p>
        </p:txBody>
      </p:sp>
      <p:sp>
        <p:nvSpPr>
          <p:cNvPr id="25" name="Text 22"/>
          <p:cNvSpPr/>
          <p:nvPr/>
        </p:nvSpPr>
        <p:spPr>
          <a:xfrm>
            <a:off x="4567062" y="9656064"/>
            <a:ext cx="2723449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1" i="1" dirty="0">
                <a:solidFill>
                  <a:srgbClr val="E061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Science fairs without barriers.</a:t>
            </a:r>
            <a:endParaRPr lang="en-US" sz="73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7434" y="460858"/>
            <a:ext cx="3279953" cy="2900477"/>
          </a:xfrm>
          <a:prstGeom prst="rect">
            <a:avLst/>
          </a:prstGeom>
          <a:solidFill>
            <a:srgbClr val="FFFFFF"/>
          </a:solidFill>
          <a:ln w="21590">
            <a:solidFill>
              <a:srgbClr val="1C3A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7434" y="460858"/>
            <a:ext cx="3279953" cy="580095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4" name="Text 2"/>
          <p:cNvSpPr/>
          <p:nvPr/>
        </p:nvSpPr>
        <p:spPr>
          <a:xfrm>
            <a:off x="497434" y="460858"/>
            <a:ext cx="3279953" cy="58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5" b="1" spc="119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</a:t>
            </a:r>
            <a:endParaRPr lang="en-US" sz="1105" dirty="0"/>
          </a:p>
        </p:txBody>
      </p:sp>
      <p:sp>
        <p:nvSpPr>
          <p:cNvPr id="5" name="Shape 3"/>
          <p:cNvSpPr/>
          <p:nvPr/>
        </p:nvSpPr>
        <p:spPr>
          <a:xfrm>
            <a:off x="847192" y="2225832"/>
            <a:ext cx="2623962" cy="0"/>
          </a:xfrm>
          <a:prstGeom prst="line">
            <a:avLst/>
          </a:prstGeom>
          <a:noFill/>
          <a:ln w="15240">
            <a:solidFill>
              <a:srgbClr val="E2E6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7192" y="2257014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</a:t>
            </a:r>
            <a:endParaRPr lang="en-US" sz="680" dirty="0"/>
          </a:p>
        </p:txBody>
      </p:sp>
      <p:sp>
        <p:nvSpPr>
          <p:cNvPr id="7" name="Shape 5"/>
          <p:cNvSpPr/>
          <p:nvPr/>
        </p:nvSpPr>
        <p:spPr>
          <a:xfrm>
            <a:off x="847192" y="2911815"/>
            <a:ext cx="2623962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7192" y="2942996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3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NUMBER</a:t>
            </a:r>
            <a:endParaRPr lang="en-US" sz="663" dirty="0"/>
          </a:p>
        </p:txBody>
      </p:sp>
      <p:sp>
        <p:nvSpPr>
          <p:cNvPr id="9" name="Text 7"/>
          <p:cNvSpPr/>
          <p:nvPr/>
        </p:nvSpPr>
        <p:spPr>
          <a:xfrm>
            <a:off x="847192" y="2955981"/>
            <a:ext cx="2623962" cy="28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9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 ·  fairgameinitiative.org</a:t>
            </a:r>
            <a:endParaRPr lang="en-US" sz="629" dirty="0"/>
          </a:p>
        </p:txBody>
      </p:sp>
      <p:sp>
        <p:nvSpPr>
          <p:cNvPr id="10" name="Shape 8"/>
          <p:cNvSpPr/>
          <p:nvPr/>
        </p:nvSpPr>
        <p:spPr>
          <a:xfrm>
            <a:off x="3995014" y="460858"/>
            <a:ext cx="3279953" cy="2900477"/>
          </a:xfrm>
          <a:prstGeom prst="rect">
            <a:avLst/>
          </a:prstGeom>
          <a:solidFill>
            <a:srgbClr val="FFFFFF"/>
          </a:solidFill>
          <a:ln w="21590">
            <a:solidFill>
              <a:srgbClr val="1C3A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95014" y="460858"/>
            <a:ext cx="3279953" cy="580095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12" name="Text 10"/>
          <p:cNvSpPr/>
          <p:nvPr/>
        </p:nvSpPr>
        <p:spPr>
          <a:xfrm>
            <a:off x="3995014" y="460858"/>
            <a:ext cx="3279953" cy="58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5" b="1" spc="119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</a:t>
            </a:r>
            <a:endParaRPr lang="en-US" sz="1105" dirty="0"/>
          </a:p>
        </p:txBody>
      </p:sp>
      <p:sp>
        <p:nvSpPr>
          <p:cNvPr id="13" name="Shape 11"/>
          <p:cNvSpPr/>
          <p:nvPr/>
        </p:nvSpPr>
        <p:spPr>
          <a:xfrm>
            <a:off x="4344772" y="2225832"/>
            <a:ext cx="2623962" cy="0"/>
          </a:xfrm>
          <a:prstGeom prst="line">
            <a:avLst/>
          </a:prstGeom>
          <a:noFill/>
          <a:ln w="15240">
            <a:solidFill>
              <a:srgbClr val="E2E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4772" y="2257014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4344772" y="2911815"/>
            <a:ext cx="2623962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4772" y="2942996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3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NUMBER</a:t>
            </a:r>
            <a:endParaRPr lang="en-US" sz="663" dirty="0"/>
          </a:p>
        </p:txBody>
      </p:sp>
      <p:sp>
        <p:nvSpPr>
          <p:cNvPr id="17" name="Text 15"/>
          <p:cNvSpPr/>
          <p:nvPr/>
        </p:nvSpPr>
        <p:spPr>
          <a:xfrm>
            <a:off x="4344772" y="2955981"/>
            <a:ext cx="2623962" cy="28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9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 ·  fairgameinitiative.org</a:t>
            </a:r>
            <a:endParaRPr lang="en-US" sz="629" dirty="0"/>
          </a:p>
        </p:txBody>
      </p:sp>
      <p:sp>
        <p:nvSpPr>
          <p:cNvPr id="18" name="Shape 16"/>
          <p:cNvSpPr/>
          <p:nvPr/>
        </p:nvSpPr>
        <p:spPr>
          <a:xfrm>
            <a:off x="497434" y="3578962"/>
            <a:ext cx="3279953" cy="2900477"/>
          </a:xfrm>
          <a:prstGeom prst="rect">
            <a:avLst/>
          </a:prstGeom>
          <a:solidFill>
            <a:srgbClr val="FFFFFF"/>
          </a:solidFill>
          <a:ln w="21590">
            <a:solidFill>
              <a:srgbClr val="1C3A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7434" y="3578962"/>
            <a:ext cx="3279953" cy="580095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20" name="Text 18"/>
          <p:cNvSpPr/>
          <p:nvPr/>
        </p:nvSpPr>
        <p:spPr>
          <a:xfrm>
            <a:off x="497434" y="3578962"/>
            <a:ext cx="3279953" cy="58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5" b="1" spc="119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</a:t>
            </a:r>
            <a:endParaRPr lang="en-US" sz="1105" dirty="0"/>
          </a:p>
        </p:txBody>
      </p:sp>
      <p:sp>
        <p:nvSpPr>
          <p:cNvPr id="21" name="Shape 19"/>
          <p:cNvSpPr/>
          <p:nvPr/>
        </p:nvSpPr>
        <p:spPr>
          <a:xfrm>
            <a:off x="847192" y="5343936"/>
            <a:ext cx="2623962" cy="0"/>
          </a:xfrm>
          <a:prstGeom prst="line">
            <a:avLst/>
          </a:prstGeom>
          <a:noFill/>
          <a:ln w="15240">
            <a:solidFill>
              <a:srgbClr val="E2E6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7192" y="5375118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847192" y="6029919"/>
            <a:ext cx="2623962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7192" y="6061100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3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NUMBER</a:t>
            </a:r>
            <a:endParaRPr lang="en-US" sz="663" dirty="0"/>
          </a:p>
        </p:txBody>
      </p:sp>
      <p:sp>
        <p:nvSpPr>
          <p:cNvPr id="25" name="Text 23"/>
          <p:cNvSpPr/>
          <p:nvPr/>
        </p:nvSpPr>
        <p:spPr>
          <a:xfrm>
            <a:off x="847192" y="6074085"/>
            <a:ext cx="2623962" cy="28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9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 ·  fairgameinitiative.org</a:t>
            </a:r>
            <a:endParaRPr lang="en-US" sz="629" dirty="0"/>
          </a:p>
        </p:txBody>
      </p:sp>
      <p:sp>
        <p:nvSpPr>
          <p:cNvPr id="26" name="Shape 24"/>
          <p:cNvSpPr/>
          <p:nvPr/>
        </p:nvSpPr>
        <p:spPr>
          <a:xfrm>
            <a:off x="3995014" y="3578962"/>
            <a:ext cx="3279953" cy="2900477"/>
          </a:xfrm>
          <a:prstGeom prst="rect">
            <a:avLst/>
          </a:prstGeom>
          <a:solidFill>
            <a:srgbClr val="FFFFFF"/>
          </a:solidFill>
          <a:ln w="21590">
            <a:solidFill>
              <a:srgbClr val="1C3A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95014" y="3578962"/>
            <a:ext cx="3279953" cy="580095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28" name="Text 26"/>
          <p:cNvSpPr/>
          <p:nvPr/>
        </p:nvSpPr>
        <p:spPr>
          <a:xfrm>
            <a:off x="3995014" y="3578962"/>
            <a:ext cx="3279953" cy="58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5" b="1" spc="119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</a:t>
            </a:r>
            <a:endParaRPr lang="en-US" sz="1105" dirty="0"/>
          </a:p>
        </p:txBody>
      </p:sp>
      <p:sp>
        <p:nvSpPr>
          <p:cNvPr id="29" name="Shape 27"/>
          <p:cNvSpPr/>
          <p:nvPr/>
        </p:nvSpPr>
        <p:spPr>
          <a:xfrm>
            <a:off x="4344772" y="5343936"/>
            <a:ext cx="2623962" cy="0"/>
          </a:xfrm>
          <a:prstGeom prst="line">
            <a:avLst/>
          </a:prstGeom>
          <a:noFill/>
          <a:ln w="15240">
            <a:solidFill>
              <a:srgbClr val="E2E6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4772" y="5375118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4344772" y="6029919"/>
            <a:ext cx="2623962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44772" y="6061100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3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NUMBER</a:t>
            </a:r>
            <a:endParaRPr lang="en-US" sz="663" dirty="0"/>
          </a:p>
        </p:txBody>
      </p:sp>
      <p:sp>
        <p:nvSpPr>
          <p:cNvPr id="33" name="Text 31"/>
          <p:cNvSpPr/>
          <p:nvPr/>
        </p:nvSpPr>
        <p:spPr>
          <a:xfrm>
            <a:off x="4344772" y="6074085"/>
            <a:ext cx="2623962" cy="28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9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 ·  fairgameinitiative.org</a:t>
            </a:r>
            <a:endParaRPr lang="en-US" sz="629" dirty="0"/>
          </a:p>
        </p:txBody>
      </p:sp>
      <p:sp>
        <p:nvSpPr>
          <p:cNvPr id="34" name="Shape 32"/>
          <p:cNvSpPr/>
          <p:nvPr/>
        </p:nvSpPr>
        <p:spPr>
          <a:xfrm>
            <a:off x="497434" y="6697066"/>
            <a:ext cx="3279953" cy="2900477"/>
          </a:xfrm>
          <a:prstGeom prst="rect">
            <a:avLst/>
          </a:prstGeom>
          <a:solidFill>
            <a:srgbClr val="FFFFFF"/>
          </a:solidFill>
          <a:ln w="21590">
            <a:solidFill>
              <a:srgbClr val="1C3A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7434" y="6697066"/>
            <a:ext cx="3279953" cy="580095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36" name="Text 34"/>
          <p:cNvSpPr/>
          <p:nvPr/>
        </p:nvSpPr>
        <p:spPr>
          <a:xfrm>
            <a:off x="497434" y="6697066"/>
            <a:ext cx="3279953" cy="58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5" b="1" spc="119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</a:t>
            </a:r>
            <a:endParaRPr lang="en-US" sz="1105" dirty="0"/>
          </a:p>
        </p:txBody>
      </p:sp>
      <p:sp>
        <p:nvSpPr>
          <p:cNvPr id="37" name="Shape 35"/>
          <p:cNvSpPr/>
          <p:nvPr/>
        </p:nvSpPr>
        <p:spPr>
          <a:xfrm>
            <a:off x="847192" y="8462040"/>
            <a:ext cx="2623962" cy="0"/>
          </a:xfrm>
          <a:prstGeom prst="line">
            <a:avLst/>
          </a:prstGeom>
          <a:noFill/>
          <a:ln w="15240">
            <a:solidFill>
              <a:srgbClr val="E2E6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7192" y="8493222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847192" y="9148023"/>
            <a:ext cx="2623962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7192" y="9179204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3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NUMBER</a:t>
            </a:r>
            <a:endParaRPr lang="en-US" sz="663" dirty="0"/>
          </a:p>
        </p:txBody>
      </p:sp>
      <p:sp>
        <p:nvSpPr>
          <p:cNvPr id="41" name="Text 39"/>
          <p:cNvSpPr/>
          <p:nvPr/>
        </p:nvSpPr>
        <p:spPr>
          <a:xfrm>
            <a:off x="847192" y="9192189"/>
            <a:ext cx="2623962" cy="28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9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 ·  fairgameinitiative.org</a:t>
            </a:r>
            <a:endParaRPr lang="en-US" sz="629" dirty="0"/>
          </a:p>
        </p:txBody>
      </p:sp>
      <p:sp>
        <p:nvSpPr>
          <p:cNvPr id="42" name="Shape 40"/>
          <p:cNvSpPr/>
          <p:nvPr/>
        </p:nvSpPr>
        <p:spPr>
          <a:xfrm>
            <a:off x="3995014" y="6697066"/>
            <a:ext cx="3279953" cy="2900477"/>
          </a:xfrm>
          <a:prstGeom prst="rect">
            <a:avLst/>
          </a:prstGeom>
          <a:solidFill>
            <a:srgbClr val="FFFFFF"/>
          </a:solidFill>
          <a:ln w="21590">
            <a:solidFill>
              <a:srgbClr val="1C3A1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95014" y="6697066"/>
            <a:ext cx="3279953" cy="580095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44" name="Text 42"/>
          <p:cNvSpPr/>
          <p:nvPr/>
        </p:nvSpPr>
        <p:spPr>
          <a:xfrm>
            <a:off x="3995014" y="6697066"/>
            <a:ext cx="3279953" cy="58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5" b="1" spc="119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</a:t>
            </a:r>
            <a:endParaRPr lang="en-US" sz="1105" dirty="0"/>
          </a:p>
        </p:txBody>
      </p:sp>
      <p:sp>
        <p:nvSpPr>
          <p:cNvPr id="45" name="Shape 43"/>
          <p:cNvSpPr/>
          <p:nvPr/>
        </p:nvSpPr>
        <p:spPr>
          <a:xfrm>
            <a:off x="4344772" y="8462040"/>
            <a:ext cx="2623962" cy="0"/>
          </a:xfrm>
          <a:prstGeom prst="line">
            <a:avLst/>
          </a:prstGeom>
          <a:noFill/>
          <a:ln w="15240">
            <a:solidFill>
              <a:srgbClr val="E2E6E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44772" y="8493222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4344772" y="9148023"/>
            <a:ext cx="2623962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44772" y="9179204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3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NUMBER</a:t>
            </a:r>
            <a:endParaRPr lang="en-US" sz="663" dirty="0"/>
          </a:p>
        </p:txBody>
      </p:sp>
      <p:sp>
        <p:nvSpPr>
          <p:cNvPr id="49" name="Text 47"/>
          <p:cNvSpPr/>
          <p:nvPr/>
        </p:nvSpPr>
        <p:spPr>
          <a:xfrm>
            <a:off x="4344772" y="9192189"/>
            <a:ext cx="2623962" cy="28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9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 ·  fairgameinitiative.org</a:t>
            </a:r>
            <a:endParaRPr lang="en-US" sz="629" dirty="0"/>
          </a:p>
        </p:txBody>
      </p:sp>
      <p:sp>
        <p:nvSpPr>
          <p:cNvPr id="50" name="Shape 48"/>
          <p:cNvSpPr/>
          <p:nvPr/>
        </p:nvSpPr>
        <p:spPr>
          <a:xfrm>
            <a:off x="3886200" y="0"/>
            <a:ext cx="0" cy="10058400"/>
          </a:xfrm>
          <a:prstGeom prst="line">
            <a:avLst/>
          </a:prstGeom>
          <a:noFill/>
          <a:ln w="8890">
            <a:solidFill>
              <a:srgbClr val="E2E6E2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0" y="3470148"/>
            <a:ext cx="7772400" cy="0"/>
          </a:xfrm>
          <a:prstGeom prst="line">
            <a:avLst/>
          </a:prstGeom>
          <a:noFill/>
          <a:ln w="8890">
            <a:solidFill>
              <a:srgbClr val="E2E6E2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0" y="6588252"/>
            <a:ext cx="7772400" cy="0"/>
          </a:xfrm>
          <a:prstGeom prst="line">
            <a:avLst/>
          </a:prstGeom>
          <a:noFill/>
          <a:ln w="8890">
            <a:solidFill>
              <a:srgbClr val="E2E6E2"/>
            </a:solidFill>
            <a:prstDash val="dash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7434" y="460858"/>
            <a:ext cx="3279953" cy="2900477"/>
          </a:xfrm>
          <a:prstGeom prst="rect">
            <a:avLst/>
          </a:prstGeom>
          <a:solidFill>
            <a:srgbClr val="FFFFFF"/>
          </a:solidFill>
          <a:ln w="21590">
            <a:solidFill>
              <a:srgbClr val="E061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7434" y="460858"/>
            <a:ext cx="3279953" cy="580095"/>
          </a:xfrm>
          <a:prstGeom prst="rect">
            <a:avLst/>
          </a:prstGeom>
          <a:solidFill>
            <a:srgbClr val="E0615A"/>
          </a:solidFill>
          <a:ln/>
        </p:spPr>
      </p:sp>
      <p:sp>
        <p:nvSpPr>
          <p:cNvPr id="4" name="Text 2"/>
          <p:cNvSpPr/>
          <p:nvPr/>
        </p:nvSpPr>
        <p:spPr>
          <a:xfrm>
            <a:off x="497434" y="460858"/>
            <a:ext cx="3279953" cy="58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5" b="1" spc="119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JUDGE</a:t>
            </a:r>
            <a:endParaRPr lang="en-US" sz="1105" dirty="0"/>
          </a:p>
        </p:txBody>
      </p:sp>
      <p:sp>
        <p:nvSpPr>
          <p:cNvPr id="5" name="Shape 3"/>
          <p:cNvSpPr/>
          <p:nvPr/>
        </p:nvSpPr>
        <p:spPr>
          <a:xfrm>
            <a:off x="847192" y="2225832"/>
            <a:ext cx="2623962" cy="0"/>
          </a:xfrm>
          <a:prstGeom prst="line">
            <a:avLst/>
          </a:prstGeom>
          <a:noFill/>
          <a:ln w="15240">
            <a:solidFill>
              <a:srgbClr val="E2E6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7192" y="2257014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</a:t>
            </a:r>
            <a:endParaRPr lang="en-US" sz="680" dirty="0"/>
          </a:p>
        </p:txBody>
      </p:sp>
      <p:sp>
        <p:nvSpPr>
          <p:cNvPr id="7" name="Shape 5"/>
          <p:cNvSpPr/>
          <p:nvPr/>
        </p:nvSpPr>
        <p:spPr>
          <a:xfrm>
            <a:off x="847192" y="2911815"/>
            <a:ext cx="2623962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7192" y="2942996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3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CATEGORY</a:t>
            </a:r>
            <a:endParaRPr lang="en-US" sz="663" dirty="0"/>
          </a:p>
        </p:txBody>
      </p:sp>
      <p:sp>
        <p:nvSpPr>
          <p:cNvPr id="9" name="Text 7"/>
          <p:cNvSpPr/>
          <p:nvPr/>
        </p:nvSpPr>
        <p:spPr>
          <a:xfrm>
            <a:off x="847192" y="2955981"/>
            <a:ext cx="2623962" cy="28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9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 ·  fairgameinitiative.org</a:t>
            </a:r>
            <a:endParaRPr lang="en-US" sz="629" dirty="0"/>
          </a:p>
        </p:txBody>
      </p:sp>
      <p:sp>
        <p:nvSpPr>
          <p:cNvPr id="10" name="Shape 8"/>
          <p:cNvSpPr/>
          <p:nvPr/>
        </p:nvSpPr>
        <p:spPr>
          <a:xfrm>
            <a:off x="3995014" y="460858"/>
            <a:ext cx="3279953" cy="2900477"/>
          </a:xfrm>
          <a:prstGeom prst="rect">
            <a:avLst/>
          </a:prstGeom>
          <a:solidFill>
            <a:srgbClr val="FFFFFF"/>
          </a:solidFill>
          <a:ln w="21590">
            <a:solidFill>
              <a:srgbClr val="E061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95014" y="460858"/>
            <a:ext cx="3279953" cy="580095"/>
          </a:xfrm>
          <a:prstGeom prst="rect">
            <a:avLst/>
          </a:prstGeom>
          <a:solidFill>
            <a:srgbClr val="E0615A"/>
          </a:solidFill>
          <a:ln/>
        </p:spPr>
      </p:sp>
      <p:sp>
        <p:nvSpPr>
          <p:cNvPr id="12" name="Text 10"/>
          <p:cNvSpPr/>
          <p:nvPr/>
        </p:nvSpPr>
        <p:spPr>
          <a:xfrm>
            <a:off x="3995014" y="460858"/>
            <a:ext cx="3279953" cy="58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5" b="1" spc="119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JUDGE</a:t>
            </a:r>
            <a:endParaRPr lang="en-US" sz="1105" dirty="0"/>
          </a:p>
        </p:txBody>
      </p:sp>
      <p:sp>
        <p:nvSpPr>
          <p:cNvPr id="13" name="Shape 11"/>
          <p:cNvSpPr/>
          <p:nvPr/>
        </p:nvSpPr>
        <p:spPr>
          <a:xfrm>
            <a:off x="4344772" y="2225832"/>
            <a:ext cx="2623962" cy="0"/>
          </a:xfrm>
          <a:prstGeom prst="line">
            <a:avLst/>
          </a:prstGeom>
          <a:noFill/>
          <a:ln w="15240">
            <a:solidFill>
              <a:srgbClr val="E2E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4772" y="2257014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4344772" y="2911815"/>
            <a:ext cx="2623962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4772" y="2942996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3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CATEGORY</a:t>
            </a:r>
            <a:endParaRPr lang="en-US" sz="663" dirty="0"/>
          </a:p>
        </p:txBody>
      </p:sp>
      <p:sp>
        <p:nvSpPr>
          <p:cNvPr id="17" name="Text 15"/>
          <p:cNvSpPr/>
          <p:nvPr/>
        </p:nvSpPr>
        <p:spPr>
          <a:xfrm>
            <a:off x="4344772" y="2955981"/>
            <a:ext cx="2623962" cy="28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9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 ·  fairgameinitiative.org</a:t>
            </a:r>
            <a:endParaRPr lang="en-US" sz="629" dirty="0"/>
          </a:p>
        </p:txBody>
      </p:sp>
      <p:sp>
        <p:nvSpPr>
          <p:cNvPr id="18" name="Shape 16"/>
          <p:cNvSpPr/>
          <p:nvPr/>
        </p:nvSpPr>
        <p:spPr>
          <a:xfrm>
            <a:off x="497434" y="3578962"/>
            <a:ext cx="3279953" cy="2900477"/>
          </a:xfrm>
          <a:prstGeom prst="rect">
            <a:avLst/>
          </a:prstGeom>
          <a:solidFill>
            <a:srgbClr val="FFFFFF"/>
          </a:solidFill>
          <a:ln w="21590">
            <a:solidFill>
              <a:srgbClr val="E061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7434" y="3578962"/>
            <a:ext cx="3279953" cy="580095"/>
          </a:xfrm>
          <a:prstGeom prst="rect">
            <a:avLst/>
          </a:prstGeom>
          <a:solidFill>
            <a:srgbClr val="E0615A"/>
          </a:solidFill>
          <a:ln/>
        </p:spPr>
      </p:sp>
      <p:sp>
        <p:nvSpPr>
          <p:cNvPr id="20" name="Text 18"/>
          <p:cNvSpPr/>
          <p:nvPr/>
        </p:nvSpPr>
        <p:spPr>
          <a:xfrm>
            <a:off x="497434" y="3578962"/>
            <a:ext cx="3279953" cy="58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5" b="1" spc="119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JUDGE</a:t>
            </a:r>
            <a:endParaRPr lang="en-US" sz="1105" dirty="0"/>
          </a:p>
        </p:txBody>
      </p:sp>
      <p:sp>
        <p:nvSpPr>
          <p:cNvPr id="21" name="Shape 19"/>
          <p:cNvSpPr/>
          <p:nvPr/>
        </p:nvSpPr>
        <p:spPr>
          <a:xfrm>
            <a:off x="847192" y="5343936"/>
            <a:ext cx="2623962" cy="0"/>
          </a:xfrm>
          <a:prstGeom prst="line">
            <a:avLst/>
          </a:prstGeom>
          <a:noFill/>
          <a:ln w="15240">
            <a:solidFill>
              <a:srgbClr val="E2E6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7192" y="5375118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847192" y="6029919"/>
            <a:ext cx="2623962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7192" y="6061100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3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CATEGORY</a:t>
            </a:r>
            <a:endParaRPr lang="en-US" sz="663" dirty="0"/>
          </a:p>
        </p:txBody>
      </p:sp>
      <p:sp>
        <p:nvSpPr>
          <p:cNvPr id="25" name="Text 23"/>
          <p:cNvSpPr/>
          <p:nvPr/>
        </p:nvSpPr>
        <p:spPr>
          <a:xfrm>
            <a:off x="847192" y="6074085"/>
            <a:ext cx="2623962" cy="28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9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 ·  fairgameinitiative.org</a:t>
            </a:r>
            <a:endParaRPr lang="en-US" sz="629" dirty="0"/>
          </a:p>
        </p:txBody>
      </p:sp>
      <p:sp>
        <p:nvSpPr>
          <p:cNvPr id="26" name="Shape 24"/>
          <p:cNvSpPr/>
          <p:nvPr/>
        </p:nvSpPr>
        <p:spPr>
          <a:xfrm>
            <a:off x="3995014" y="3578962"/>
            <a:ext cx="3279953" cy="2900477"/>
          </a:xfrm>
          <a:prstGeom prst="rect">
            <a:avLst/>
          </a:prstGeom>
          <a:solidFill>
            <a:srgbClr val="FFFFFF"/>
          </a:solidFill>
          <a:ln w="21590">
            <a:solidFill>
              <a:srgbClr val="E061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95014" y="3578962"/>
            <a:ext cx="3279953" cy="580095"/>
          </a:xfrm>
          <a:prstGeom prst="rect">
            <a:avLst/>
          </a:prstGeom>
          <a:solidFill>
            <a:srgbClr val="E0615A"/>
          </a:solidFill>
          <a:ln/>
        </p:spPr>
      </p:sp>
      <p:sp>
        <p:nvSpPr>
          <p:cNvPr id="28" name="Text 26"/>
          <p:cNvSpPr/>
          <p:nvPr/>
        </p:nvSpPr>
        <p:spPr>
          <a:xfrm>
            <a:off x="3995014" y="3578962"/>
            <a:ext cx="3279953" cy="58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5" b="1" spc="119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JUDGE</a:t>
            </a:r>
            <a:endParaRPr lang="en-US" sz="1105" dirty="0"/>
          </a:p>
        </p:txBody>
      </p:sp>
      <p:sp>
        <p:nvSpPr>
          <p:cNvPr id="29" name="Shape 27"/>
          <p:cNvSpPr/>
          <p:nvPr/>
        </p:nvSpPr>
        <p:spPr>
          <a:xfrm>
            <a:off x="4344772" y="5343936"/>
            <a:ext cx="2623962" cy="0"/>
          </a:xfrm>
          <a:prstGeom prst="line">
            <a:avLst/>
          </a:prstGeom>
          <a:noFill/>
          <a:ln w="15240">
            <a:solidFill>
              <a:srgbClr val="E2E6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4772" y="5375118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4344772" y="6029919"/>
            <a:ext cx="2623962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44772" y="6061100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3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CATEGORY</a:t>
            </a:r>
            <a:endParaRPr lang="en-US" sz="663" dirty="0"/>
          </a:p>
        </p:txBody>
      </p:sp>
      <p:sp>
        <p:nvSpPr>
          <p:cNvPr id="33" name="Text 31"/>
          <p:cNvSpPr/>
          <p:nvPr/>
        </p:nvSpPr>
        <p:spPr>
          <a:xfrm>
            <a:off x="4344772" y="6074085"/>
            <a:ext cx="2623962" cy="28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9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 ·  fairgameinitiative.org</a:t>
            </a:r>
            <a:endParaRPr lang="en-US" sz="629" dirty="0"/>
          </a:p>
        </p:txBody>
      </p:sp>
      <p:sp>
        <p:nvSpPr>
          <p:cNvPr id="34" name="Shape 32"/>
          <p:cNvSpPr/>
          <p:nvPr/>
        </p:nvSpPr>
        <p:spPr>
          <a:xfrm>
            <a:off x="497434" y="6697066"/>
            <a:ext cx="3279953" cy="2900477"/>
          </a:xfrm>
          <a:prstGeom prst="rect">
            <a:avLst/>
          </a:prstGeom>
          <a:solidFill>
            <a:srgbClr val="FFFFFF"/>
          </a:solidFill>
          <a:ln w="21590">
            <a:solidFill>
              <a:srgbClr val="E0615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7434" y="6697066"/>
            <a:ext cx="3279953" cy="580095"/>
          </a:xfrm>
          <a:prstGeom prst="rect">
            <a:avLst/>
          </a:prstGeom>
          <a:solidFill>
            <a:srgbClr val="E0615A"/>
          </a:solidFill>
          <a:ln/>
        </p:spPr>
      </p:sp>
      <p:sp>
        <p:nvSpPr>
          <p:cNvPr id="36" name="Text 34"/>
          <p:cNvSpPr/>
          <p:nvPr/>
        </p:nvSpPr>
        <p:spPr>
          <a:xfrm>
            <a:off x="497434" y="6697066"/>
            <a:ext cx="3279953" cy="58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5" b="1" spc="119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JUDGE</a:t>
            </a:r>
            <a:endParaRPr lang="en-US" sz="1105" dirty="0"/>
          </a:p>
        </p:txBody>
      </p:sp>
      <p:sp>
        <p:nvSpPr>
          <p:cNvPr id="37" name="Shape 35"/>
          <p:cNvSpPr/>
          <p:nvPr/>
        </p:nvSpPr>
        <p:spPr>
          <a:xfrm>
            <a:off x="847192" y="8462040"/>
            <a:ext cx="2623962" cy="0"/>
          </a:xfrm>
          <a:prstGeom prst="line">
            <a:avLst/>
          </a:prstGeom>
          <a:noFill/>
          <a:ln w="15240">
            <a:solidFill>
              <a:srgbClr val="E2E6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7192" y="8493222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847192" y="9148023"/>
            <a:ext cx="2623962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7192" y="9179204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3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CATEGORY</a:t>
            </a:r>
            <a:endParaRPr lang="en-US" sz="663" dirty="0"/>
          </a:p>
        </p:txBody>
      </p:sp>
      <p:sp>
        <p:nvSpPr>
          <p:cNvPr id="41" name="Text 39"/>
          <p:cNvSpPr/>
          <p:nvPr/>
        </p:nvSpPr>
        <p:spPr>
          <a:xfrm>
            <a:off x="847192" y="9192189"/>
            <a:ext cx="2623962" cy="28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9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 ·  fairgameinitiative.org</a:t>
            </a:r>
            <a:endParaRPr lang="en-US" sz="629" dirty="0"/>
          </a:p>
        </p:txBody>
      </p:sp>
      <p:sp>
        <p:nvSpPr>
          <p:cNvPr id="42" name="Shape 40"/>
          <p:cNvSpPr/>
          <p:nvPr/>
        </p:nvSpPr>
        <p:spPr>
          <a:xfrm>
            <a:off x="3995014" y="6697066"/>
            <a:ext cx="3279953" cy="2900477"/>
          </a:xfrm>
          <a:prstGeom prst="rect">
            <a:avLst/>
          </a:prstGeom>
          <a:solidFill>
            <a:srgbClr val="FFFFFF"/>
          </a:solidFill>
          <a:ln w="21590">
            <a:solidFill>
              <a:srgbClr val="E0615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95014" y="6697066"/>
            <a:ext cx="3279953" cy="580095"/>
          </a:xfrm>
          <a:prstGeom prst="rect">
            <a:avLst/>
          </a:prstGeom>
          <a:solidFill>
            <a:srgbClr val="E0615A"/>
          </a:solidFill>
          <a:ln/>
        </p:spPr>
      </p:sp>
      <p:sp>
        <p:nvSpPr>
          <p:cNvPr id="44" name="Text 42"/>
          <p:cNvSpPr/>
          <p:nvPr/>
        </p:nvSpPr>
        <p:spPr>
          <a:xfrm>
            <a:off x="3995014" y="6697066"/>
            <a:ext cx="3279953" cy="58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5" b="1" spc="119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JUDGE</a:t>
            </a:r>
            <a:endParaRPr lang="en-US" sz="1105" dirty="0"/>
          </a:p>
        </p:txBody>
      </p:sp>
      <p:sp>
        <p:nvSpPr>
          <p:cNvPr id="45" name="Shape 43"/>
          <p:cNvSpPr/>
          <p:nvPr/>
        </p:nvSpPr>
        <p:spPr>
          <a:xfrm>
            <a:off x="4344772" y="8462040"/>
            <a:ext cx="2623962" cy="0"/>
          </a:xfrm>
          <a:prstGeom prst="line">
            <a:avLst/>
          </a:prstGeom>
          <a:noFill/>
          <a:ln w="15240">
            <a:solidFill>
              <a:srgbClr val="E2E6E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44772" y="8493222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4344772" y="9148023"/>
            <a:ext cx="2623962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44772" y="9179204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3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CATEGORY</a:t>
            </a:r>
            <a:endParaRPr lang="en-US" sz="663" dirty="0"/>
          </a:p>
        </p:txBody>
      </p:sp>
      <p:sp>
        <p:nvSpPr>
          <p:cNvPr id="49" name="Text 47"/>
          <p:cNvSpPr/>
          <p:nvPr/>
        </p:nvSpPr>
        <p:spPr>
          <a:xfrm>
            <a:off x="4344772" y="9192189"/>
            <a:ext cx="2623962" cy="28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9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 ·  fairgameinitiative.org</a:t>
            </a:r>
            <a:endParaRPr lang="en-US" sz="629" dirty="0"/>
          </a:p>
        </p:txBody>
      </p:sp>
      <p:sp>
        <p:nvSpPr>
          <p:cNvPr id="50" name="Shape 48"/>
          <p:cNvSpPr/>
          <p:nvPr/>
        </p:nvSpPr>
        <p:spPr>
          <a:xfrm>
            <a:off x="3886200" y="0"/>
            <a:ext cx="0" cy="10058400"/>
          </a:xfrm>
          <a:prstGeom prst="line">
            <a:avLst/>
          </a:prstGeom>
          <a:noFill/>
          <a:ln w="8890">
            <a:solidFill>
              <a:srgbClr val="E2E6E2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0" y="3470148"/>
            <a:ext cx="7772400" cy="0"/>
          </a:xfrm>
          <a:prstGeom prst="line">
            <a:avLst/>
          </a:prstGeom>
          <a:noFill/>
          <a:ln w="8890">
            <a:solidFill>
              <a:srgbClr val="E2E6E2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0" y="6588252"/>
            <a:ext cx="7772400" cy="0"/>
          </a:xfrm>
          <a:prstGeom prst="line">
            <a:avLst/>
          </a:prstGeom>
          <a:noFill/>
          <a:ln w="8890">
            <a:solidFill>
              <a:srgbClr val="E2E6E2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7434" y="460858"/>
            <a:ext cx="3279953" cy="2900477"/>
          </a:xfrm>
          <a:prstGeom prst="rect">
            <a:avLst/>
          </a:prstGeom>
          <a:solidFill>
            <a:srgbClr val="FFFFFF"/>
          </a:solidFill>
          <a:ln w="21590">
            <a:solidFill>
              <a:srgbClr val="357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7434" y="460858"/>
            <a:ext cx="3279953" cy="580095"/>
          </a:xfrm>
          <a:prstGeom prst="rect">
            <a:avLst/>
          </a:prstGeom>
          <a:solidFill>
            <a:srgbClr val="357A38"/>
          </a:solidFill>
          <a:ln/>
        </p:spPr>
      </p:sp>
      <p:sp>
        <p:nvSpPr>
          <p:cNvPr id="4" name="Text 2"/>
          <p:cNvSpPr/>
          <p:nvPr/>
        </p:nvSpPr>
        <p:spPr>
          <a:xfrm>
            <a:off x="497434" y="460858"/>
            <a:ext cx="3279953" cy="58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5" b="1" spc="119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VOLUNTEER</a:t>
            </a:r>
            <a:endParaRPr lang="en-US" sz="1105" dirty="0"/>
          </a:p>
        </p:txBody>
      </p:sp>
      <p:sp>
        <p:nvSpPr>
          <p:cNvPr id="5" name="Shape 3"/>
          <p:cNvSpPr/>
          <p:nvPr/>
        </p:nvSpPr>
        <p:spPr>
          <a:xfrm>
            <a:off x="847192" y="2225832"/>
            <a:ext cx="2623962" cy="0"/>
          </a:xfrm>
          <a:prstGeom prst="line">
            <a:avLst/>
          </a:prstGeom>
          <a:noFill/>
          <a:ln w="15240">
            <a:solidFill>
              <a:srgbClr val="E2E6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7192" y="2257014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</a:t>
            </a:r>
            <a:endParaRPr lang="en-US" sz="680" dirty="0"/>
          </a:p>
        </p:txBody>
      </p:sp>
      <p:sp>
        <p:nvSpPr>
          <p:cNvPr id="7" name="Shape 5"/>
          <p:cNvSpPr/>
          <p:nvPr/>
        </p:nvSpPr>
        <p:spPr>
          <a:xfrm>
            <a:off x="847192" y="2911815"/>
            <a:ext cx="2623962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7192" y="2942996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3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TASK</a:t>
            </a:r>
            <a:endParaRPr lang="en-US" sz="663" dirty="0"/>
          </a:p>
        </p:txBody>
      </p:sp>
      <p:sp>
        <p:nvSpPr>
          <p:cNvPr id="9" name="Text 7"/>
          <p:cNvSpPr/>
          <p:nvPr/>
        </p:nvSpPr>
        <p:spPr>
          <a:xfrm>
            <a:off x="847192" y="2955981"/>
            <a:ext cx="2623962" cy="28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9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 ·  fairgameinitiative.org</a:t>
            </a:r>
            <a:endParaRPr lang="en-US" sz="629" dirty="0"/>
          </a:p>
        </p:txBody>
      </p:sp>
      <p:sp>
        <p:nvSpPr>
          <p:cNvPr id="10" name="Shape 8"/>
          <p:cNvSpPr/>
          <p:nvPr/>
        </p:nvSpPr>
        <p:spPr>
          <a:xfrm>
            <a:off x="3995014" y="460858"/>
            <a:ext cx="3279953" cy="2900477"/>
          </a:xfrm>
          <a:prstGeom prst="rect">
            <a:avLst/>
          </a:prstGeom>
          <a:solidFill>
            <a:srgbClr val="FFFFFF"/>
          </a:solidFill>
          <a:ln w="21590">
            <a:solidFill>
              <a:srgbClr val="357A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95014" y="460858"/>
            <a:ext cx="3279953" cy="580095"/>
          </a:xfrm>
          <a:prstGeom prst="rect">
            <a:avLst/>
          </a:prstGeom>
          <a:solidFill>
            <a:srgbClr val="357A38"/>
          </a:solidFill>
          <a:ln/>
        </p:spPr>
      </p:sp>
      <p:sp>
        <p:nvSpPr>
          <p:cNvPr id="12" name="Text 10"/>
          <p:cNvSpPr/>
          <p:nvPr/>
        </p:nvSpPr>
        <p:spPr>
          <a:xfrm>
            <a:off x="3995014" y="460858"/>
            <a:ext cx="3279953" cy="58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5" b="1" spc="119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VOLUNTEER</a:t>
            </a:r>
            <a:endParaRPr lang="en-US" sz="1105" dirty="0"/>
          </a:p>
        </p:txBody>
      </p:sp>
      <p:sp>
        <p:nvSpPr>
          <p:cNvPr id="13" name="Shape 11"/>
          <p:cNvSpPr/>
          <p:nvPr/>
        </p:nvSpPr>
        <p:spPr>
          <a:xfrm>
            <a:off x="4344772" y="2225832"/>
            <a:ext cx="2623962" cy="0"/>
          </a:xfrm>
          <a:prstGeom prst="line">
            <a:avLst/>
          </a:prstGeom>
          <a:noFill/>
          <a:ln w="15240">
            <a:solidFill>
              <a:srgbClr val="E2E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4772" y="2257014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4344772" y="2911815"/>
            <a:ext cx="2623962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4772" y="2942996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3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TASK</a:t>
            </a:r>
            <a:endParaRPr lang="en-US" sz="663" dirty="0"/>
          </a:p>
        </p:txBody>
      </p:sp>
      <p:sp>
        <p:nvSpPr>
          <p:cNvPr id="17" name="Text 15"/>
          <p:cNvSpPr/>
          <p:nvPr/>
        </p:nvSpPr>
        <p:spPr>
          <a:xfrm>
            <a:off x="4344772" y="2955981"/>
            <a:ext cx="2623962" cy="28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9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 ·  fairgameinitiative.org</a:t>
            </a:r>
            <a:endParaRPr lang="en-US" sz="629" dirty="0"/>
          </a:p>
        </p:txBody>
      </p:sp>
      <p:sp>
        <p:nvSpPr>
          <p:cNvPr id="18" name="Shape 16"/>
          <p:cNvSpPr/>
          <p:nvPr/>
        </p:nvSpPr>
        <p:spPr>
          <a:xfrm>
            <a:off x="497434" y="3578962"/>
            <a:ext cx="3279953" cy="2900477"/>
          </a:xfrm>
          <a:prstGeom prst="rect">
            <a:avLst/>
          </a:prstGeom>
          <a:solidFill>
            <a:srgbClr val="FFFFFF"/>
          </a:solidFill>
          <a:ln w="21590">
            <a:solidFill>
              <a:srgbClr val="357A3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7434" y="3578962"/>
            <a:ext cx="3279953" cy="580095"/>
          </a:xfrm>
          <a:prstGeom prst="rect">
            <a:avLst/>
          </a:prstGeom>
          <a:solidFill>
            <a:srgbClr val="357A38"/>
          </a:solidFill>
          <a:ln/>
        </p:spPr>
      </p:sp>
      <p:sp>
        <p:nvSpPr>
          <p:cNvPr id="20" name="Text 18"/>
          <p:cNvSpPr/>
          <p:nvPr/>
        </p:nvSpPr>
        <p:spPr>
          <a:xfrm>
            <a:off x="497434" y="3578962"/>
            <a:ext cx="3279953" cy="58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5" b="1" spc="119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VOLUNTEER</a:t>
            </a:r>
            <a:endParaRPr lang="en-US" sz="1105" dirty="0"/>
          </a:p>
        </p:txBody>
      </p:sp>
      <p:sp>
        <p:nvSpPr>
          <p:cNvPr id="21" name="Shape 19"/>
          <p:cNvSpPr/>
          <p:nvPr/>
        </p:nvSpPr>
        <p:spPr>
          <a:xfrm>
            <a:off x="847192" y="5343936"/>
            <a:ext cx="2623962" cy="0"/>
          </a:xfrm>
          <a:prstGeom prst="line">
            <a:avLst/>
          </a:prstGeom>
          <a:noFill/>
          <a:ln w="15240">
            <a:solidFill>
              <a:srgbClr val="E2E6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7192" y="5375118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847192" y="6029919"/>
            <a:ext cx="2623962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7192" y="6061100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3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TASK</a:t>
            </a:r>
            <a:endParaRPr lang="en-US" sz="663" dirty="0"/>
          </a:p>
        </p:txBody>
      </p:sp>
      <p:sp>
        <p:nvSpPr>
          <p:cNvPr id="25" name="Text 23"/>
          <p:cNvSpPr/>
          <p:nvPr/>
        </p:nvSpPr>
        <p:spPr>
          <a:xfrm>
            <a:off x="847192" y="6074085"/>
            <a:ext cx="2623962" cy="28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9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 ·  fairgameinitiative.org</a:t>
            </a:r>
            <a:endParaRPr lang="en-US" sz="629" dirty="0"/>
          </a:p>
        </p:txBody>
      </p:sp>
      <p:sp>
        <p:nvSpPr>
          <p:cNvPr id="26" name="Shape 24"/>
          <p:cNvSpPr/>
          <p:nvPr/>
        </p:nvSpPr>
        <p:spPr>
          <a:xfrm>
            <a:off x="3995014" y="3578962"/>
            <a:ext cx="3279953" cy="2900477"/>
          </a:xfrm>
          <a:prstGeom prst="rect">
            <a:avLst/>
          </a:prstGeom>
          <a:solidFill>
            <a:srgbClr val="FFFFFF"/>
          </a:solidFill>
          <a:ln w="21590">
            <a:solidFill>
              <a:srgbClr val="357A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95014" y="3578962"/>
            <a:ext cx="3279953" cy="580095"/>
          </a:xfrm>
          <a:prstGeom prst="rect">
            <a:avLst/>
          </a:prstGeom>
          <a:solidFill>
            <a:srgbClr val="357A38"/>
          </a:solidFill>
          <a:ln/>
        </p:spPr>
      </p:sp>
      <p:sp>
        <p:nvSpPr>
          <p:cNvPr id="28" name="Text 26"/>
          <p:cNvSpPr/>
          <p:nvPr/>
        </p:nvSpPr>
        <p:spPr>
          <a:xfrm>
            <a:off x="3995014" y="3578962"/>
            <a:ext cx="3279953" cy="58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5" b="1" spc="119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VOLUNTEER</a:t>
            </a:r>
            <a:endParaRPr lang="en-US" sz="1105" dirty="0"/>
          </a:p>
        </p:txBody>
      </p:sp>
      <p:sp>
        <p:nvSpPr>
          <p:cNvPr id="29" name="Shape 27"/>
          <p:cNvSpPr/>
          <p:nvPr/>
        </p:nvSpPr>
        <p:spPr>
          <a:xfrm>
            <a:off x="4344772" y="5343936"/>
            <a:ext cx="2623962" cy="0"/>
          </a:xfrm>
          <a:prstGeom prst="line">
            <a:avLst/>
          </a:prstGeom>
          <a:noFill/>
          <a:ln w="15240">
            <a:solidFill>
              <a:srgbClr val="E2E6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4772" y="5375118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4344772" y="6029919"/>
            <a:ext cx="2623962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44772" y="6061100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3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TASK</a:t>
            </a:r>
            <a:endParaRPr lang="en-US" sz="663" dirty="0"/>
          </a:p>
        </p:txBody>
      </p:sp>
      <p:sp>
        <p:nvSpPr>
          <p:cNvPr id="33" name="Text 31"/>
          <p:cNvSpPr/>
          <p:nvPr/>
        </p:nvSpPr>
        <p:spPr>
          <a:xfrm>
            <a:off x="4344772" y="6074085"/>
            <a:ext cx="2623962" cy="28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9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 ·  fairgameinitiative.org</a:t>
            </a:r>
            <a:endParaRPr lang="en-US" sz="629" dirty="0"/>
          </a:p>
        </p:txBody>
      </p:sp>
      <p:sp>
        <p:nvSpPr>
          <p:cNvPr id="34" name="Shape 32"/>
          <p:cNvSpPr/>
          <p:nvPr/>
        </p:nvSpPr>
        <p:spPr>
          <a:xfrm>
            <a:off x="497434" y="6697066"/>
            <a:ext cx="3279953" cy="2900477"/>
          </a:xfrm>
          <a:prstGeom prst="rect">
            <a:avLst/>
          </a:prstGeom>
          <a:solidFill>
            <a:srgbClr val="FFFFFF"/>
          </a:solidFill>
          <a:ln w="21590">
            <a:solidFill>
              <a:srgbClr val="357A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7434" y="6697066"/>
            <a:ext cx="3279953" cy="580095"/>
          </a:xfrm>
          <a:prstGeom prst="rect">
            <a:avLst/>
          </a:prstGeom>
          <a:solidFill>
            <a:srgbClr val="357A38"/>
          </a:solidFill>
          <a:ln/>
        </p:spPr>
      </p:sp>
      <p:sp>
        <p:nvSpPr>
          <p:cNvPr id="36" name="Text 34"/>
          <p:cNvSpPr/>
          <p:nvPr/>
        </p:nvSpPr>
        <p:spPr>
          <a:xfrm>
            <a:off x="497434" y="6697066"/>
            <a:ext cx="3279953" cy="58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5" b="1" spc="119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VOLUNTEER</a:t>
            </a:r>
            <a:endParaRPr lang="en-US" sz="1105" dirty="0"/>
          </a:p>
        </p:txBody>
      </p:sp>
      <p:sp>
        <p:nvSpPr>
          <p:cNvPr id="37" name="Shape 35"/>
          <p:cNvSpPr/>
          <p:nvPr/>
        </p:nvSpPr>
        <p:spPr>
          <a:xfrm>
            <a:off x="847192" y="8462040"/>
            <a:ext cx="2623962" cy="0"/>
          </a:xfrm>
          <a:prstGeom prst="line">
            <a:avLst/>
          </a:prstGeom>
          <a:noFill/>
          <a:ln w="15240">
            <a:solidFill>
              <a:srgbClr val="E2E6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7192" y="8493222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847192" y="9148023"/>
            <a:ext cx="2623962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7192" y="9179204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3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TASK</a:t>
            </a:r>
            <a:endParaRPr lang="en-US" sz="663" dirty="0"/>
          </a:p>
        </p:txBody>
      </p:sp>
      <p:sp>
        <p:nvSpPr>
          <p:cNvPr id="41" name="Text 39"/>
          <p:cNvSpPr/>
          <p:nvPr/>
        </p:nvSpPr>
        <p:spPr>
          <a:xfrm>
            <a:off x="847192" y="9192189"/>
            <a:ext cx="2623962" cy="28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9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 ·  fairgameinitiative.org</a:t>
            </a:r>
            <a:endParaRPr lang="en-US" sz="629" dirty="0"/>
          </a:p>
        </p:txBody>
      </p:sp>
      <p:sp>
        <p:nvSpPr>
          <p:cNvPr id="42" name="Shape 40"/>
          <p:cNvSpPr/>
          <p:nvPr/>
        </p:nvSpPr>
        <p:spPr>
          <a:xfrm>
            <a:off x="3995014" y="6697066"/>
            <a:ext cx="3279953" cy="2900477"/>
          </a:xfrm>
          <a:prstGeom prst="rect">
            <a:avLst/>
          </a:prstGeom>
          <a:solidFill>
            <a:srgbClr val="FFFFFF"/>
          </a:solidFill>
          <a:ln w="21590">
            <a:solidFill>
              <a:srgbClr val="357A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95014" y="6697066"/>
            <a:ext cx="3279953" cy="580095"/>
          </a:xfrm>
          <a:prstGeom prst="rect">
            <a:avLst/>
          </a:prstGeom>
          <a:solidFill>
            <a:srgbClr val="357A38"/>
          </a:solidFill>
          <a:ln/>
        </p:spPr>
      </p:sp>
      <p:sp>
        <p:nvSpPr>
          <p:cNvPr id="44" name="Text 42"/>
          <p:cNvSpPr/>
          <p:nvPr/>
        </p:nvSpPr>
        <p:spPr>
          <a:xfrm>
            <a:off x="3995014" y="6697066"/>
            <a:ext cx="3279953" cy="58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5" b="1" spc="119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VOLUNTEER</a:t>
            </a:r>
            <a:endParaRPr lang="en-US" sz="1105" dirty="0"/>
          </a:p>
        </p:txBody>
      </p:sp>
      <p:sp>
        <p:nvSpPr>
          <p:cNvPr id="45" name="Shape 43"/>
          <p:cNvSpPr/>
          <p:nvPr/>
        </p:nvSpPr>
        <p:spPr>
          <a:xfrm>
            <a:off x="4344772" y="8462040"/>
            <a:ext cx="2623962" cy="0"/>
          </a:xfrm>
          <a:prstGeom prst="line">
            <a:avLst/>
          </a:prstGeom>
          <a:noFill/>
          <a:ln w="15240">
            <a:solidFill>
              <a:srgbClr val="E2E6E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44772" y="8493222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4344772" y="9148023"/>
            <a:ext cx="2623962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44772" y="9179204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3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TASK</a:t>
            </a:r>
            <a:endParaRPr lang="en-US" sz="663" dirty="0"/>
          </a:p>
        </p:txBody>
      </p:sp>
      <p:sp>
        <p:nvSpPr>
          <p:cNvPr id="49" name="Text 47"/>
          <p:cNvSpPr/>
          <p:nvPr/>
        </p:nvSpPr>
        <p:spPr>
          <a:xfrm>
            <a:off x="4344772" y="9192189"/>
            <a:ext cx="2623962" cy="28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9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 ·  fairgameinitiative.org</a:t>
            </a:r>
            <a:endParaRPr lang="en-US" sz="629" dirty="0"/>
          </a:p>
        </p:txBody>
      </p:sp>
      <p:sp>
        <p:nvSpPr>
          <p:cNvPr id="50" name="Shape 48"/>
          <p:cNvSpPr/>
          <p:nvPr/>
        </p:nvSpPr>
        <p:spPr>
          <a:xfrm>
            <a:off x="3886200" y="0"/>
            <a:ext cx="0" cy="10058400"/>
          </a:xfrm>
          <a:prstGeom prst="line">
            <a:avLst/>
          </a:prstGeom>
          <a:noFill/>
          <a:ln w="8890">
            <a:solidFill>
              <a:srgbClr val="E2E6E2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0" y="3470148"/>
            <a:ext cx="7772400" cy="0"/>
          </a:xfrm>
          <a:prstGeom prst="line">
            <a:avLst/>
          </a:prstGeom>
          <a:noFill/>
          <a:ln w="8890">
            <a:solidFill>
              <a:srgbClr val="E2E6E2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0" y="6588252"/>
            <a:ext cx="7772400" cy="0"/>
          </a:xfrm>
          <a:prstGeom prst="line">
            <a:avLst/>
          </a:prstGeom>
          <a:noFill/>
          <a:ln w="8890">
            <a:solidFill>
              <a:srgbClr val="E2E6E2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7434" y="460858"/>
            <a:ext cx="3279953" cy="2900477"/>
          </a:xfrm>
          <a:prstGeom prst="rect">
            <a:avLst/>
          </a:prstGeom>
          <a:solidFill>
            <a:srgbClr val="FFFFFF"/>
          </a:solidFill>
          <a:ln w="21590">
            <a:solidFill>
              <a:srgbClr val="6B75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7434" y="460858"/>
            <a:ext cx="3279953" cy="580095"/>
          </a:xfrm>
          <a:prstGeom prst="rect">
            <a:avLst/>
          </a:prstGeom>
          <a:solidFill>
            <a:srgbClr val="6B756B"/>
          </a:solidFill>
          <a:ln/>
        </p:spPr>
      </p:sp>
      <p:sp>
        <p:nvSpPr>
          <p:cNvPr id="4" name="Text 2"/>
          <p:cNvSpPr/>
          <p:nvPr/>
        </p:nvSpPr>
        <p:spPr>
          <a:xfrm>
            <a:off x="497434" y="460858"/>
            <a:ext cx="3279953" cy="58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5" b="1" spc="119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VISITOR</a:t>
            </a:r>
            <a:endParaRPr lang="en-US" sz="1105" dirty="0"/>
          </a:p>
        </p:txBody>
      </p:sp>
      <p:sp>
        <p:nvSpPr>
          <p:cNvPr id="5" name="Shape 3"/>
          <p:cNvSpPr/>
          <p:nvPr/>
        </p:nvSpPr>
        <p:spPr>
          <a:xfrm>
            <a:off x="847192" y="2225832"/>
            <a:ext cx="2623962" cy="0"/>
          </a:xfrm>
          <a:prstGeom prst="line">
            <a:avLst/>
          </a:prstGeom>
          <a:noFill/>
          <a:ln w="15240">
            <a:solidFill>
              <a:srgbClr val="E2E6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7192" y="2257014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</a:t>
            </a:r>
            <a:endParaRPr lang="en-US" sz="680" dirty="0"/>
          </a:p>
        </p:txBody>
      </p:sp>
      <p:sp>
        <p:nvSpPr>
          <p:cNvPr id="7" name="Shape 5"/>
          <p:cNvSpPr/>
          <p:nvPr/>
        </p:nvSpPr>
        <p:spPr>
          <a:xfrm>
            <a:off x="847192" y="2911815"/>
            <a:ext cx="2623962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7192" y="2942996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3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ORGANISATION</a:t>
            </a:r>
            <a:endParaRPr lang="en-US" sz="663" dirty="0"/>
          </a:p>
        </p:txBody>
      </p:sp>
      <p:sp>
        <p:nvSpPr>
          <p:cNvPr id="9" name="Text 7"/>
          <p:cNvSpPr/>
          <p:nvPr/>
        </p:nvSpPr>
        <p:spPr>
          <a:xfrm>
            <a:off x="847192" y="2955981"/>
            <a:ext cx="2623962" cy="28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9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 ·  fairgameinitiative.org</a:t>
            </a:r>
            <a:endParaRPr lang="en-US" sz="629" dirty="0"/>
          </a:p>
        </p:txBody>
      </p:sp>
      <p:sp>
        <p:nvSpPr>
          <p:cNvPr id="10" name="Shape 8"/>
          <p:cNvSpPr/>
          <p:nvPr/>
        </p:nvSpPr>
        <p:spPr>
          <a:xfrm>
            <a:off x="3995014" y="460858"/>
            <a:ext cx="3279953" cy="2900477"/>
          </a:xfrm>
          <a:prstGeom prst="rect">
            <a:avLst/>
          </a:prstGeom>
          <a:solidFill>
            <a:srgbClr val="FFFFFF"/>
          </a:solidFill>
          <a:ln w="21590">
            <a:solidFill>
              <a:srgbClr val="6B75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95014" y="460858"/>
            <a:ext cx="3279953" cy="580095"/>
          </a:xfrm>
          <a:prstGeom prst="rect">
            <a:avLst/>
          </a:prstGeom>
          <a:solidFill>
            <a:srgbClr val="6B756B"/>
          </a:solidFill>
          <a:ln/>
        </p:spPr>
      </p:sp>
      <p:sp>
        <p:nvSpPr>
          <p:cNvPr id="12" name="Text 10"/>
          <p:cNvSpPr/>
          <p:nvPr/>
        </p:nvSpPr>
        <p:spPr>
          <a:xfrm>
            <a:off x="3995014" y="460858"/>
            <a:ext cx="3279953" cy="58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5" b="1" spc="119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VISITOR</a:t>
            </a:r>
            <a:endParaRPr lang="en-US" sz="1105" dirty="0"/>
          </a:p>
        </p:txBody>
      </p:sp>
      <p:sp>
        <p:nvSpPr>
          <p:cNvPr id="13" name="Shape 11"/>
          <p:cNvSpPr/>
          <p:nvPr/>
        </p:nvSpPr>
        <p:spPr>
          <a:xfrm>
            <a:off x="4344772" y="2225832"/>
            <a:ext cx="2623962" cy="0"/>
          </a:xfrm>
          <a:prstGeom prst="line">
            <a:avLst/>
          </a:prstGeom>
          <a:noFill/>
          <a:ln w="15240">
            <a:solidFill>
              <a:srgbClr val="E2E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4772" y="2257014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4344772" y="2911815"/>
            <a:ext cx="2623962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4772" y="2942996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3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ORGANISATION</a:t>
            </a:r>
            <a:endParaRPr lang="en-US" sz="663" dirty="0"/>
          </a:p>
        </p:txBody>
      </p:sp>
      <p:sp>
        <p:nvSpPr>
          <p:cNvPr id="17" name="Text 15"/>
          <p:cNvSpPr/>
          <p:nvPr/>
        </p:nvSpPr>
        <p:spPr>
          <a:xfrm>
            <a:off x="4344772" y="2955981"/>
            <a:ext cx="2623962" cy="28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9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 ·  fairgameinitiative.org</a:t>
            </a:r>
            <a:endParaRPr lang="en-US" sz="629" dirty="0"/>
          </a:p>
        </p:txBody>
      </p:sp>
      <p:sp>
        <p:nvSpPr>
          <p:cNvPr id="18" name="Shape 16"/>
          <p:cNvSpPr/>
          <p:nvPr/>
        </p:nvSpPr>
        <p:spPr>
          <a:xfrm>
            <a:off x="497434" y="3578962"/>
            <a:ext cx="3279953" cy="2900477"/>
          </a:xfrm>
          <a:prstGeom prst="rect">
            <a:avLst/>
          </a:prstGeom>
          <a:solidFill>
            <a:srgbClr val="FFFFFF"/>
          </a:solidFill>
          <a:ln w="21590">
            <a:solidFill>
              <a:srgbClr val="6B75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7434" y="3578962"/>
            <a:ext cx="3279953" cy="580095"/>
          </a:xfrm>
          <a:prstGeom prst="rect">
            <a:avLst/>
          </a:prstGeom>
          <a:solidFill>
            <a:srgbClr val="6B756B"/>
          </a:solidFill>
          <a:ln/>
        </p:spPr>
      </p:sp>
      <p:sp>
        <p:nvSpPr>
          <p:cNvPr id="20" name="Text 18"/>
          <p:cNvSpPr/>
          <p:nvPr/>
        </p:nvSpPr>
        <p:spPr>
          <a:xfrm>
            <a:off x="497434" y="3578962"/>
            <a:ext cx="3279953" cy="58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5" b="1" spc="119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VISITOR</a:t>
            </a:r>
            <a:endParaRPr lang="en-US" sz="1105" dirty="0"/>
          </a:p>
        </p:txBody>
      </p:sp>
      <p:sp>
        <p:nvSpPr>
          <p:cNvPr id="21" name="Shape 19"/>
          <p:cNvSpPr/>
          <p:nvPr/>
        </p:nvSpPr>
        <p:spPr>
          <a:xfrm>
            <a:off x="847192" y="5343936"/>
            <a:ext cx="2623962" cy="0"/>
          </a:xfrm>
          <a:prstGeom prst="line">
            <a:avLst/>
          </a:prstGeom>
          <a:noFill/>
          <a:ln w="15240">
            <a:solidFill>
              <a:srgbClr val="E2E6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7192" y="5375118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847192" y="6029919"/>
            <a:ext cx="2623962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7192" y="6061100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3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ORGANISATION</a:t>
            </a:r>
            <a:endParaRPr lang="en-US" sz="663" dirty="0"/>
          </a:p>
        </p:txBody>
      </p:sp>
      <p:sp>
        <p:nvSpPr>
          <p:cNvPr id="25" name="Text 23"/>
          <p:cNvSpPr/>
          <p:nvPr/>
        </p:nvSpPr>
        <p:spPr>
          <a:xfrm>
            <a:off x="847192" y="6074085"/>
            <a:ext cx="2623962" cy="28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9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 ·  fairgameinitiative.org</a:t>
            </a:r>
            <a:endParaRPr lang="en-US" sz="629" dirty="0"/>
          </a:p>
        </p:txBody>
      </p:sp>
      <p:sp>
        <p:nvSpPr>
          <p:cNvPr id="26" name="Shape 24"/>
          <p:cNvSpPr/>
          <p:nvPr/>
        </p:nvSpPr>
        <p:spPr>
          <a:xfrm>
            <a:off x="3995014" y="3578962"/>
            <a:ext cx="3279953" cy="2900477"/>
          </a:xfrm>
          <a:prstGeom prst="rect">
            <a:avLst/>
          </a:prstGeom>
          <a:solidFill>
            <a:srgbClr val="FFFFFF"/>
          </a:solidFill>
          <a:ln w="21590">
            <a:solidFill>
              <a:srgbClr val="6B75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95014" y="3578962"/>
            <a:ext cx="3279953" cy="580095"/>
          </a:xfrm>
          <a:prstGeom prst="rect">
            <a:avLst/>
          </a:prstGeom>
          <a:solidFill>
            <a:srgbClr val="6B756B"/>
          </a:solidFill>
          <a:ln/>
        </p:spPr>
      </p:sp>
      <p:sp>
        <p:nvSpPr>
          <p:cNvPr id="28" name="Text 26"/>
          <p:cNvSpPr/>
          <p:nvPr/>
        </p:nvSpPr>
        <p:spPr>
          <a:xfrm>
            <a:off x="3995014" y="3578962"/>
            <a:ext cx="3279953" cy="58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5" b="1" spc="119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VISITOR</a:t>
            </a:r>
            <a:endParaRPr lang="en-US" sz="1105" dirty="0"/>
          </a:p>
        </p:txBody>
      </p:sp>
      <p:sp>
        <p:nvSpPr>
          <p:cNvPr id="29" name="Shape 27"/>
          <p:cNvSpPr/>
          <p:nvPr/>
        </p:nvSpPr>
        <p:spPr>
          <a:xfrm>
            <a:off x="4344772" y="5343936"/>
            <a:ext cx="2623962" cy="0"/>
          </a:xfrm>
          <a:prstGeom prst="line">
            <a:avLst/>
          </a:prstGeom>
          <a:noFill/>
          <a:ln w="15240">
            <a:solidFill>
              <a:srgbClr val="E2E6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4772" y="5375118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4344772" y="6029919"/>
            <a:ext cx="2623962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44772" y="6061100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3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ORGANISATION</a:t>
            </a:r>
            <a:endParaRPr lang="en-US" sz="663" dirty="0"/>
          </a:p>
        </p:txBody>
      </p:sp>
      <p:sp>
        <p:nvSpPr>
          <p:cNvPr id="33" name="Text 31"/>
          <p:cNvSpPr/>
          <p:nvPr/>
        </p:nvSpPr>
        <p:spPr>
          <a:xfrm>
            <a:off x="4344772" y="6074085"/>
            <a:ext cx="2623962" cy="28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9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 ·  fairgameinitiative.org</a:t>
            </a:r>
            <a:endParaRPr lang="en-US" sz="629" dirty="0"/>
          </a:p>
        </p:txBody>
      </p:sp>
      <p:sp>
        <p:nvSpPr>
          <p:cNvPr id="34" name="Shape 32"/>
          <p:cNvSpPr/>
          <p:nvPr/>
        </p:nvSpPr>
        <p:spPr>
          <a:xfrm>
            <a:off x="497434" y="6697066"/>
            <a:ext cx="3279953" cy="2900477"/>
          </a:xfrm>
          <a:prstGeom prst="rect">
            <a:avLst/>
          </a:prstGeom>
          <a:solidFill>
            <a:srgbClr val="FFFFFF"/>
          </a:solidFill>
          <a:ln w="21590">
            <a:solidFill>
              <a:srgbClr val="6B75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7434" y="6697066"/>
            <a:ext cx="3279953" cy="580095"/>
          </a:xfrm>
          <a:prstGeom prst="rect">
            <a:avLst/>
          </a:prstGeom>
          <a:solidFill>
            <a:srgbClr val="6B756B"/>
          </a:solidFill>
          <a:ln/>
        </p:spPr>
      </p:sp>
      <p:sp>
        <p:nvSpPr>
          <p:cNvPr id="36" name="Text 34"/>
          <p:cNvSpPr/>
          <p:nvPr/>
        </p:nvSpPr>
        <p:spPr>
          <a:xfrm>
            <a:off x="497434" y="6697066"/>
            <a:ext cx="3279953" cy="58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5" b="1" spc="119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VISITOR</a:t>
            </a:r>
            <a:endParaRPr lang="en-US" sz="1105" dirty="0"/>
          </a:p>
        </p:txBody>
      </p:sp>
      <p:sp>
        <p:nvSpPr>
          <p:cNvPr id="37" name="Shape 35"/>
          <p:cNvSpPr/>
          <p:nvPr/>
        </p:nvSpPr>
        <p:spPr>
          <a:xfrm>
            <a:off x="847192" y="8462040"/>
            <a:ext cx="2623962" cy="0"/>
          </a:xfrm>
          <a:prstGeom prst="line">
            <a:avLst/>
          </a:prstGeom>
          <a:noFill/>
          <a:ln w="15240">
            <a:solidFill>
              <a:srgbClr val="E2E6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7192" y="8493222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847192" y="9148023"/>
            <a:ext cx="2623962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7192" y="9179204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3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ORGANISATION</a:t>
            </a:r>
            <a:endParaRPr lang="en-US" sz="663" dirty="0"/>
          </a:p>
        </p:txBody>
      </p:sp>
      <p:sp>
        <p:nvSpPr>
          <p:cNvPr id="41" name="Text 39"/>
          <p:cNvSpPr/>
          <p:nvPr/>
        </p:nvSpPr>
        <p:spPr>
          <a:xfrm>
            <a:off x="847192" y="9192189"/>
            <a:ext cx="2623962" cy="28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9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 ·  fairgameinitiative.org</a:t>
            </a:r>
            <a:endParaRPr lang="en-US" sz="629" dirty="0"/>
          </a:p>
        </p:txBody>
      </p:sp>
      <p:sp>
        <p:nvSpPr>
          <p:cNvPr id="42" name="Shape 40"/>
          <p:cNvSpPr/>
          <p:nvPr/>
        </p:nvSpPr>
        <p:spPr>
          <a:xfrm>
            <a:off x="3995014" y="6697066"/>
            <a:ext cx="3279953" cy="2900477"/>
          </a:xfrm>
          <a:prstGeom prst="rect">
            <a:avLst/>
          </a:prstGeom>
          <a:solidFill>
            <a:srgbClr val="FFFFFF"/>
          </a:solidFill>
          <a:ln w="21590">
            <a:solidFill>
              <a:srgbClr val="6B75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95014" y="6697066"/>
            <a:ext cx="3279953" cy="580095"/>
          </a:xfrm>
          <a:prstGeom prst="rect">
            <a:avLst/>
          </a:prstGeom>
          <a:solidFill>
            <a:srgbClr val="6B756B"/>
          </a:solidFill>
          <a:ln/>
        </p:spPr>
      </p:sp>
      <p:sp>
        <p:nvSpPr>
          <p:cNvPr id="44" name="Text 42"/>
          <p:cNvSpPr/>
          <p:nvPr/>
        </p:nvSpPr>
        <p:spPr>
          <a:xfrm>
            <a:off x="3995014" y="6697066"/>
            <a:ext cx="3279953" cy="58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5" b="1" spc="119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VISITOR</a:t>
            </a:r>
            <a:endParaRPr lang="en-US" sz="1105" dirty="0"/>
          </a:p>
        </p:txBody>
      </p:sp>
      <p:sp>
        <p:nvSpPr>
          <p:cNvPr id="45" name="Shape 43"/>
          <p:cNvSpPr/>
          <p:nvPr/>
        </p:nvSpPr>
        <p:spPr>
          <a:xfrm>
            <a:off x="4344772" y="8462040"/>
            <a:ext cx="2623962" cy="0"/>
          </a:xfrm>
          <a:prstGeom prst="line">
            <a:avLst/>
          </a:prstGeom>
          <a:noFill/>
          <a:ln w="15240">
            <a:solidFill>
              <a:srgbClr val="E2E6E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44772" y="8493222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4344772" y="9148023"/>
            <a:ext cx="2623962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44772" y="9179204"/>
            <a:ext cx="262396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3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ORGANISATION</a:t>
            </a:r>
            <a:endParaRPr lang="en-US" sz="663" dirty="0"/>
          </a:p>
        </p:txBody>
      </p:sp>
      <p:sp>
        <p:nvSpPr>
          <p:cNvPr id="49" name="Text 47"/>
          <p:cNvSpPr/>
          <p:nvPr/>
        </p:nvSpPr>
        <p:spPr>
          <a:xfrm>
            <a:off x="4344772" y="9192189"/>
            <a:ext cx="2623962" cy="28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9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 ·  fairgameinitiative.org</a:t>
            </a:r>
            <a:endParaRPr lang="en-US" sz="629" dirty="0"/>
          </a:p>
        </p:txBody>
      </p:sp>
      <p:sp>
        <p:nvSpPr>
          <p:cNvPr id="50" name="Shape 48"/>
          <p:cNvSpPr/>
          <p:nvPr/>
        </p:nvSpPr>
        <p:spPr>
          <a:xfrm>
            <a:off x="3886200" y="0"/>
            <a:ext cx="0" cy="10058400"/>
          </a:xfrm>
          <a:prstGeom prst="line">
            <a:avLst/>
          </a:prstGeom>
          <a:noFill/>
          <a:ln w="8890">
            <a:solidFill>
              <a:srgbClr val="E2E6E2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0" y="3470148"/>
            <a:ext cx="7772400" cy="0"/>
          </a:xfrm>
          <a:prstGeom prst="line">
            <a:avLst/>
          </a:prstGeom>
          <a:noFill/>
          <a:ln w="8890">
            <a:solidFill>
              <a:srgbClr val="E2E6E2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0" y="6588252"/>
            <a:ext cx="7772400" cy="0"/>
          </a:xfrm>
          <a:prstGeom prst="line">
            <a:avLst/>
          </a:prstGeom>
          <a:noFill/>
          <a:ln w="8890">
            <a:solidFill>
              <a:srgbClr val="E2E6E2"/>
            </a:solidFill>
            <a:prstDash val="dash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FairGame Initiative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FairGame Name Tags</dc:title>
  <dc:subject>PptxGenJS Presentation</dc:subject>
  <dc:creator>FairGame Initiative</dc:creator>
  <cp:lastModifiedBy>FairGame Initiative</cp:lastModifiedBy>
  <cp:revision>1</cp:revision>
  <dcterms:created xsi:type="dcterms:W3CDTF">2026-07-28T01:44:39Z</dcterms:created>
  <dcterms:modified xsi:type="dcterms:W3CDTF">2026-07-28T01:44:39Z</dcterms:modified>
</cp:coreProperties>
</file>