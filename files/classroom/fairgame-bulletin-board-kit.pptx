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1554480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034" y="404165"/>
            <a:ext cx="416738" cy="6839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621" y="248717"/>
            <a:ext cx="839442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5" b="1" spc="35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CLASSROOM DISPLAY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563270" y="512978"/>
            <a:ext cx="8602789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BULLETIN BOARD KIT</a:t>
            </a:r>
            <a:endParaRPr lang="en-US" sz="6223" dirty="0"/>
          </a:p>
        </p:txBody>
      </p:sp>
      <p:sp>
        <p:nvSpPr>
          <p:cNvPr id="6" name="Text 3"/>
          <p:cNvSpPr/>
          <p:nvPr/>
        </p:nvSpPr>
        <p:spPr>
          <a:xfrm>
            <a:off x="502920" y="1865376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Everything for a science fair bulletin board: cut-out letters for three headers, section signs, and project gallery cards that frame student work. Print on card stock where you can.</a:t>
            </a:r>
            <a:endParaRPr lang="en-US" sz="1485" dirty="0"/>
          </a:p>
        </p:txBody>
      </p:sp>
      <p:sp>
        <p:nvSpPr>
          <p:cNvPr id="7" name="Text 4"/>
          <p:cNvSpPr/>
          <p:nvPr/>
        </p:nvSpPr>
        <p:spPr>
          <a:xfrm>
            <a:off x="502920" y="2798064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spc="88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SLIDES 2 TO 4</a:t>
            </a:r>
            <a:endParaRPr lang="en-US" sz="1210" dirty="0"/>
          </a:p>
        </p:txBody>
      </p:sp>
      <p:sp>
        <p:nvSpPr>
          <p:cNvPr id="8" name="Text 5"/>
          <p:cNvSpPr/>
          <p:nvPr/>
        </p:nvSpPr>
        <p:spPr>
          <a:xfrm>
            <a:off x="2615184" y="2798064"/>
            <a:ext cx="6940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5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Header letters, one letter per page at full height. Cut along the outer edge.</a:t>
            </a:r>
            <a:endParaRPr lang="en-US" sz="1375" dirty="0"/>
          </a:p>
        </p:txBody>
      </p:sp>
      <p:sp>
        <p:nvSpPr>
          <p:cNvPr id="9" name="Text 6"/>
          <p:cNvSpPr/>
          <p:nvPr/>
        </p:nvSpPr>
        <p:spPr>
          <a:xfrm>
            <a:off x="502920" y="3380994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spc="88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SLIDES 5 TO 6</a:t>
            </a:r>
            <a:endParaRPr lang="en-US" sz="1210" dirty="0"/>
          </a:p>
        </p:txBody>
      </p:sp>
      <p:sp>
        <p:nvSpPr>
          <p:cNvPr id="10" name="Text 7"/>
          <p:cNvSpPr/>
          <p:nvPr/>
        </p:nvSpPr>
        <p:spPr>
          <a:xfrm>
            <a:off x="2615184" y="3380994"/>
            <a:ext cx="6940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5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Section signs: Our Questions, In Progress, Our Results, Meet the Scientists.</a:t>
            </a:r>
            <a:endParaRPr lang="en-US" sz="1375" dirty="0"/>
          </a:p>
        </p:txBody>
      </p:sp>
      <p:sp>
        <p:nvSpPr>
          <p:cNvPr id="11" name="Text 8"/>
          <p:cNvSpPr/>
          <p:nvPr/>
        </p:nvSpPr>
        <p:spPr>
          <a:xfrm>
            <a:off x="502920" y="3963924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spc="88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SLIDE 7</a:t>
            </a:r>
            <a:endParaRPr lang="en-US" sz="1210" dirty="0"/>
          </a:p>
        </p:txBody>
      </p:sp>
      <p:sp>
        <p:nvSpPr>
          <p:cNvPr id="12" name="Text 9"/>
          <p:cNvSpPr/>
          <p:nvPr/>
        </p:nvSpPr>
        <p:spPr>
          <a:xfrm>
            <a:off x="2615184" y="3963924"/>
            <a:ext cx="6940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5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gallery cards. One per student, mounted beside their photo or board.</a:t>
            </a:r>
            <a:endParaRPr lang="en-US" sz="1375" dirty="0"/>
          </a:p>
        </p:txBody>
      </p:sp>
      <p:sp>
        <p:nvSpPr>
          <p:cNvPr id="13" name="Text 10"/>
          <p:cNvSpPr/>
          <p:nvPr/>
        </p:nvSpPr>
        <p:spPr>
          <a:xfrm>
            <a:off x="502920" y="4546854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spc="88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SLIDE 8</a:t>
            </a:r>
            <a:endParaRPr lang="en-US" sz="1210" dirty="0"/>
          </a:p>
        </p:txBody>
      </p:sp>
      <p:sp>
        <p:nvSpPr>
          <p:cNvPr id="14" name="Text 11"/>
          <p:cNvSpPr/>
          <p:nvPr/>
        </p:nvSpPr>
        <p:spPr>
          <a:xfrm>
            <a:off x="2615184" y="4546854"/>
            <a:ext cx="6940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5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Layout suggestion showing where each piece goes on a standard board.</a:t>
            </a:r>
            <a:endParaRPr lang="en-US" sz="1375" dirty="0"/>
          </a:p>
        </p:txBody>
      </p:sp>
      <p:sp>
        <p:nvSpPr>
          <p:cNvPr id="15" name="Shape 12"/>
          <p:cNvSpPr/>
          <p:nvPr/>
        </p:nvSpPr>
        <p:spPr>
          <a:xfrm>
            <a:off x="623621" y="7422642"/>
            <a:ext cx="8811158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1" y="7461504"/>
            <a:ext cx="5286695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6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Bulletin Board Kit</a:t>
            </a:r>
            <a:endParaRPr lang="en-US" sz="946" dirty="0"/>
          </a:p>
        </p:txBody>
      </p:sp>
      <p:sp>
        <p:nvSpPr>
          <p:cNvPr id="17" name="Text 14"/>
          <p:cNvSpPr/>
          <p:nvPr/>
        </p:nvSpPr>
        <p:spPr>
          <a:xfrm>
            <a:off x="5910316" y="7461504"/>
            <a:ext cx="3524463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6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9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RESEARCH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RESEARCH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RESEARCH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RESEARCH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RESEARCH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RESEARCH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RESEARCH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RESEARCH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RESEARCH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RESEARCH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RESEARCH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Y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02920" y="7306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SCIENTISTS  |  cut along the outer edge of the letter</a:t>
            </a:r>
            <a:endParaRPr lang="en-US" sz="99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709928"/>
            <a:ext cx="9052560" cy="3886200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709928"/>
            <a:ext cx="9052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OUR QUESTIONS</a:t>
            </a:r>
            <a:endParaRPr lang="en-US" sz="7700" dirty="0"/>
          </a:p>
        </p:txBody>
      </p:sp>
      <p:sp>
        <p:nvSpPr>
          <p:cNvPr id="4" name="Text 2"/>
          <p:cNvSpPr/>
          <p:nvPr/>
        </p:nvSpPr>
        <p:spPr>
          <a:xfrm>
            <a:off x="502920" y="715060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Cut along the coloured edge</a:t>
            </a:r>
            <a:endParaRPr lang="en-US" sz="104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709928"/>
            <a:ext cx="9052560" cy="388620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709928"/>
            <a:ext cx="9052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 PROGRESS</a:t>
            </a:r>
            <a:endParaRPr lang="en-US" sz="7700" dirty="0"/>
          </a:p>
        </p:txBody>
      </p:sp>
      <p:sp>
        <p:nvSpPr>
          <p:cNvPr id="4" name="Text 2"/>
          <p:cNvSpPr/>
          <p:nvPr/>
        </p:nvSpPr>
        <p:spPr>
          <a:xfrm>
            <a:off x="502920" y="715060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Cut along the coloured edge</a:t>
            </a:r>
            <a:endParaRPr lang="en-US" sz="104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709928"/>
            <a:ext cx="9052560" cy="3886200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709928"/>
            <a:ext cx="9052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OUR RESULTS</a:t>
            </a:r>
            <a:endParaRPr lang="en-US" sz="7700" dirty="0"/>
          </a:p>
        </p:txBody>
      </p:sp>
      <p:sp>
        <p:nvSpPr>
          <p:cNvPr id="4" name="Text 2"/>
          <p:cNvSpPr/>
          <p:nvPr/>
        </p:nvSpPr>
        <p:spPr>
          <a:xfrm>
            <a:off x="502920" y="715060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Cut along the coloured edge</a:t>
            </a:r>
            <a:endParaRPr lang="en-US" sz="104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709928"/>
            <a:ext cx="9052560" cy="3886200"/>
          </a:xfrm>
          <a:prstGeom prst="rect">
            <a:avLst/>
          </a:prstGeom>
          <a:solidFill>
            <a:srgbClr val="254F2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709928"/>
            <a:ext cx="9052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MEET THE SCIENTISTS</a:t>
            </a:r>
            <a:endParaRPr lang="en-US" sz="7700" dirty="0"/>
          </a:p>
        </p:txBody>
      </p:sp>
      <p:sp>
        <p:nvSpPr>
          <p:cNvPr id="4" name="Text 2"/>
          <p:cNvSpPr/>
          <p:nvPr/>
        </p:nvSpPr>
        <p:spPr>
          <a:xfrm>
            <a:off x="502920" y="715060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Cut along the coloured edge</a:t>
            </a:r>
            <a:endParaRPr lang="en-US" sz="104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1285" y="221285"/>
            <a:ext cx="4586630" cy="3443630"/>
          </a:xfrm>
          <a:prstGeom prst="rect">
            <a:avLst/>
          </a:prstGeom>
          <a:solidFill>
            <a:srgbClr val="FFFFFF"/>
          </a:solidFill>
          <a:ln w="25146">
            <a:solidFill>
              <a:srgbClr val="6AB8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1285" y="221285"/>
            <a:ext cx="4586630" cy="619853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4" name="Text 2"/>
          <p:cNvSpPr/>
          <p:nvPr/>
        </p:nvSpPr>
        <p:spPr>
          <a:xfrm>
            <a:off x="472745" y="221285"/>
            <a:ext cx="3898636" cy="619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b="1" spc="13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GALLERY</a:t>
            </a:r>
            <a:endParaRPr lang="en-US" sz="1045" dirty="0"/>
          </a:p>
        </p:txBody>
      </p:sp>
      <p:sp>
        <p:nvSpPr>
          <p:cNvPr id="5" name="Text 3"/>
          <p:cNvSpPr/>
          <p:nvPr/>
        </p:nvSpPr>
        <p:spPr>
          <a:xfrm>
            <a:off x="472745" y="874395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SCIENTIST</a:t>
            </a:r>
            <a:endParaRPr lang="en-US" sz="968" dirty="0"/>
          </a:p>
        </p:txBody>
      </p:sp>
      <p:sp>
        <p:nvSpPr>
          <p:cNvPr id="6" name="Shape 4"/>
          <p:cNvSpPr/>
          <p:nvPr/>
        </p:nvSpPr>
        <p:spPr>
          <a:xfrm>
            <a:off x="472745" y="1224153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745" y="1573911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TITLE</a:t>
            </a:r>
            <a:endParaRPr lang="en-US" sz="968" dirty="0"/>
          </a:p>
        </p:txBody>
      </p:sp>
      <p:sp>
        <p:nvSpPr>
          <p:cNvPr id="8" name="Shape 6"/>
          <p:cNvSpPr/>
          <p:nvPr/>
        </p:nvSpPr>
        <p:spPr>
          <a:xfrm>
            <a:off x="472745" y="1923669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5" y="2273427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QUESTION</a:t>
            </a:r>
            <a:endParaRPr lang="en-US" sz="968" dirty="0"/>
          </a:p>
        </p:txBody>
      </p:sp>
      <p:sp>
        <p:nvSpPr>
          <p:cNvPr id="10" name="Shape 8"/>
          <p:cNvSpPr/>
          <p:nvPr/>
        </p:nvSpPr>
        <p:spPr>
          <a:xfrm>
            <a:off x="472745" y="2623185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5" y="2972943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FOUND</a:t>
            </a:r>
            <a:endParaRPr lang="en-US" sz="968" dirty="0"/>
          </a:p>
        </p:txBody>
      </p:sp>
      <p:sp>
        <p:nvSpPr>
          <p:cNvPr id="12" name="Shape 10"/>
          <p:cNvSpPr/>
          <p:nvPr/>
        </p:nvSpPr>
        <p:spPr>
          <a:xfrm>
            <a:off x="472745" y="3322701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0485" y="221285"/>
            <a:ext cx="4586630" cy="3443630"/>
          </a:xfrm>
          <a:prstGeom prst="rect">
            <a:avLst/>
          </a:prstGeom>
          <a:solidFill>
            <a:srgbClr val="FFFFFF"/>
          </a:solidFill>
          <a:ln w="25146">
            <a:solidFill>
              <a:srgbClr val="6AB8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0485" y="221285"/>
            <a:ext cx="4586630" cy="619853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5" name="Text 13"/>
          <p:cNvSpPr/>
          <p:nvPr/>
        </p:nvSpPr>
        <p:spPr>
          <a:xfrm>
            <a:off x="5501945" y="221285"/>
            <a:ext cx="3898636" cy="619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b="1" spc="13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GALLERY</a:t>
            </a:r>
            <a:endParaRPr lang="en-US" sz="1045" dirty="0"/>
          </a:p>
        </p:txBody>
      </p:sp>
      <p:sp>
        <p:nvSpPr>
          <p:cNvPr id="16" name="Text 14"/>
          <p:cNvSpPr/>
          <p:nvPr/>
        </p:nvSpPr>
        <p:spPr>
          <a:xfrm>
            <a:off x="5501945" y="874395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SCIENTIST</a:t>
            </a:r>
            <a:endParaRPr lang="en-US" sz="968" dirty="0"/>
          </a:p>
        </p:txBody>
      </p:sp>
      <p:sp>
        <p:nvSpPr>
          <p:cNvPr id="17" name="Shape 15"/>
          <p:cNvSpPr/>
          <p:nvPr/>
        </p:nvSpPr>
        <p:spPr>
          <a:xfrm>
            <a:off x="5501945" y="1224153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1945" y="1573911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TITLE</a:t>
            </a:r>
            <a:endParaRPr lang="en-US" sz="968" dirty="0"/>
          </a:p>
        </p:txBody>
      </p:sp>
      <p:sp>
        <p:nvSpPr>
          <p:cNvPr id="19" name="Shape 17"/>
          <p:cNvSpPr/>
          <p:nvPr/>
        </p:nvSpPr>
        <p:spPr>
          <a:xfrm>
            <a:off x="5501945" y="1923669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1945" y="2273427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QUESTION</a:t>
            </a:r>
            <a:endParaRPr lang="en-US" sz="968" dirty="0"/>
          </a:p>
        </p:txBody>
      </p:sp>
      <p:sp>
        <p:nvSpPr>
          <p:cNvPr id="21" name="Shape 19"/>
          <p:cNvSpPr/>
          <p:nvPr/>
        </p:nvSpPr>
        <p:spPr>
          <a:xfrm>
            <a:off x="5501945" y="2623185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01945" y="2972943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FOUND</a:t>
            </a:r>
            <a:endParaRPr lang="en-US" sz="968" dirty="0"/>
          </a:p>
        </p:txBody>
      </p:sp>
      <p:sp>
        <p:nvSpPr>
          <p:cNvPr id="23" name="Shape 21"/>
          <p:cNvSpPr/>
          <p:nvPr/>
        </p:nvSpPr>
        <p:spPr>
          <a:xfrm>
            <a:off x="5501945" y="3322701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1285" y="4107485"/>
            <a:ext cx="4586630" cy="3443630"/>
          </a:xfrm>
          <a:prstGeom prst="rect">
            <a:avLst/>
          </a:prstGeom>
          <a:solidFill>
            <a:srgbClr val="FFFFFF"/>
          </a:solidFill>
          <a:ln w="25146">
            <a:solidFill>
              <a:srgbClr val="6AB8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1285" y="4107485"/>
            <a:ext cx="4586630" cy="619853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26" name="Text 24"/>
          <p:cNvSpPr/>
          <p:nvPr/>
        </p:nvSpPr>
        <p:spPr>
          <a:xfrm>
            <a:off x="472745" y="4107485"/>
            <a:ext cx="3898636" cy="619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b="1" spc="13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GALLERY</a:t>
            </a:r>
            <a:endParaRPr lang="en-US" sz="1045" dirty="0"/>
          </a:p>
        </p:txBody>
      </p:sp>
      <p:sp>
        <p:nvSpPr>
          <p:cNvPr id="27" name="Text 25"/>
          <p:cNvSpPr/>
          <p:nvPr/>
        </p:nvSpPr>
        <p:spPr>
          <a:xfrm>
            <a:off x="472745" y="4760595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SCIENTIST</a:t>
            </a:r>
            <a:endParaRPr lang="en-US" sz="968" dirty="0"/>
          </a:p>
        </p:txBody>
      </p:sp>
      <p:sp>
        <p:nvSpPr>
          <p:cNvPr id="28" name="Shape 26"/>
          <p:cNvSpPr/>
          <p:nvPr/>
        </p:nvSpPr>
        <p:spPr>
          <a:xfrm>
            <a:off x="472745" y="5110353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5" y="5460111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TITLE</a:t>
            </a:r>
            <a:endParaRPr lang="en-US" sz="968" dirty="0"/>
          </a:p>
        </p:txBody>
      </p:sp>
      <p:sp>
        <p:nvSpPr>
          <p:cNvPr id="30" name="Shape 28"/>
          <p:cNvSpPr/>
          <p:nvPr/>
        </p:nvSpPr>
        <p:spPr>
          <a:xfrm>
            <a:off x="472745" y="5809869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5" y="6159627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QUESTION</a:t>
            </a:r>
            <a:endParaRPr lang="en-US" sz="968" dirty="0"/>
          </a:p>
        </p:txBody>
      </p:sp>
      <p:sp>
        <p:nvSpPr>
          <p:cNvPr id="32" name="Shape 30"/>
          <p:cNvSpPr/>
          <p:nvPr/>
        </p:nvSpPr>
        <p:spPr>
          <a:xfrm>
            <a:off x="472745" y="6509385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5" y="6859143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FOUND</a:t>
            </a:r>
            <a:endParaRPr lang="en-US" sz="968" dirty="0"/>
          </a:p>
        </p:txBody>
      </p:sp>
      <p:sp>
        <p:nvSpPr>
          <p:cNvPr id="34" name="Shape 32"/>
          <p:cNvSpPr/>
          <p:nvPr/>
        </p:nvSpPr>
        <p:spPr>
          <a:xfrm>
            <a:off x="472745" y="7208901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0485" y="4107485"/>
            <a:ext cx="4586630" cy="3443630"/>
          </a:xfrm>
          <a:prstGeom prst="rect">
            <a:avLst/>
          </a:prstGeom>
          <a:solidFill>
            <a:srgbClr val="FFFFFF"/>
          </a:solidFill>
          <a:ln w="25146">
            <a:solidFill>
              <a:srgbClr val="6AB8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0485" y="4107485"/>
            <a:ext cx="4586630" cy="619853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7" name="Text 35"/>
          <p:cNvSpPr/>
          <p:nvPr/>
        </p:nvSpPr>
        <p:spPr>
          <a:xfrm>
            <a:off x="5501945" y="4107485"/>
            <a:ext cx="3898636" cy="619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b="1" spc="13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GALLERY</a:t>
            </a:r>
            <a:endParaRPr lang="en-US" sz="1045" dirty="0"/>
          </a:p>
        </p:txBody>
      </p:sp>
      <p:sp>
        <p:nvSpPr>
          <p:cNvPr id="38" name="Text 36"/>
          <p:cNvSpPr/>
          <p:nvPr/>
        </p:nvSpPr>
        <p:spPr>
          <a:xfrm>
            <a:off x="5501945" y="4760595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SCIENTIST</a:t>
            </a:r>
            <a:endParaRPr lang="en-US" sz="968" dirty="0"/>
          </a:p>
        </p:txBody>
      </p:sp>
      <p:sp>
        <p:nvSpPr>
          <p:cNvPr id="39" name="Shape 37"/>
          <p:cNvSpPr/>
          <p:nvPr/>
        </p:nvSpPr>
        <p:spPr>
          <a:xfrm>
            <a:off x="5501945" y="5110353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01945" y="5460111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TITLE</a:t>
            </a:r>
            <a:endParaRPr lang="en-US" sz="968" dirty="0"/>
          </a:p>
        </p:txBody>
      </p:sp>
      <p:sp>
        <p:nvSpPr>
          <p:cNvPr id="41" name="Shape 39"/>
          <p:cNvSpPr/>
          <p:nvPr/>
        </p:nvSpPr>
        <p:spPr>
          <a:xfrm>
            <a:off x="5501945" y="5809869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01945" y="6159627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QUESTION</a:t>
            </a:r>
            <a:endParaRPr lang="en-US" sz="968" dirty="0"/>
          </a:p>
        </p:txBody>
      </p:sp>
      <p:sp>
        <p:nvSpPr>
          <p:cNvPr id="43" name="Shape 41"/>
          <p:cNvSpPr/>
          <p:nvPr/>
        </p:nvSpPr>
        <p:spPr>
          <a:xfrm>
            <a:off x="5501945" y="6509385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01945" y="6859143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FOUND</a:t>
            </a:r>
            <a:endParaRPr lang="en-US" sz="968" dirty="0"/>
          </a:p>
        </p:txBody>
      </p:sp>
      <p:sp>
        <p:nvSpPr>
          <p:cNvPr id="45" name="Shape 43"/>
          <p:cNvSpPr/>
          <p:nvPr/>
        </p:nvSpPr>
        <p:spPr>
          <a:xfrm>
            <a:off x="5501945" y="7208901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0" y="0"/>
            <a:ext cx="0" cy="7772400"/>
          </a:xfrm>
          <a:prstGeom prst="line">
            <a:avLst/>
          </a:prstGeom>
          <a:noFill/>
          <a:ln w="9525">
            <a:solidFill>
              <a:srgbClr val="E2E6E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0" y="3886200"/>
            <a:ext cx="10058400" cy="0"/>
          </a:xfrm>
          <a:prstGeom prst="line">
            <a:avLst/>
          </a:prstGeom>
          <a:noFill/>
          <a:ln w="9525">
            <a:solidFill>
              <a:srgbClr val="E2E6E2"/>
            </a:solidFill>
            <a:prstDash val="dash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1285" y="221285"/>
            <a:ext cx="4586630" cy="3443630"/>
          </a:xfrm>
          <a:prstGeom prst="rect">
            <a:avLst/>
          </a:prstGeom>
          <a:solidFill>
            <a:srgbClr val="FFFFFF"/>
          </a:solidFill>
          <a:ln w="25146">
            <a:solidFill>
              <a:srgbClr val="6AB8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1285" y="221285"/>
            <a:ext cx="4586630" cy="619853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4" name="Text 2"/>
          <p:cNvSpPr/>
          <p:nvPr/>
        </p:nvSpPr>
        <p:spPr>
          <a:xfrm>
            <a:off x="472745" y="221285"/>
            <a:ext cx="3898636" cy="619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b="1" spc="13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GALLERY</a:t>
            </a:r>
            <a:endParaRPr lang="en-US" sz="1045" dirty="0"/>
          </a:p>
        </p:txBody>
      </p:sp>
      <p:sp>
        <p:nvSpPr>
          <p:cNvPr id="5" name="Text 3"/>
          <p:cNvSpPr/>
          <p:nvPr/>
        </p:nvSpPr>
        <p:spPr>
          <a:xfrm>
            <a:off x="472745" y="874395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SCIENTIST</a:t>
            </a:r>
            <a:endParaRPr lang="en-US" sz="968" dirty="0"/>
          </a:p>
        </p:txBody>
      </p:sp>
      <p:sp>
        <p:nvSpPr>
          <p:cNvPr id="6" name="Shape 4"/>
          <p:cNvSpPr/>
          <p:nvPr/>
        </p:nvSpPr>
        <p:spPr>
          <a:xfrm>
            <a:off x="472745" y="1224153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745" y="1573911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TITLE</a:t>
            </a:r>
            <a:endParaRPr lang="en-US" sz="968" dirty="0"/>
          </a:p>
        </p:txBody>
      </p:sp>
      <p:sp>
        <p:nvSpPr>
          <p:cNvPr id="8" name="Shape 6"/>
          <p:cNvSpPr/>
          <p:nvPr/>
        </p:nvSpPr>
        <p:spPr>
          <a:xfrm>
            <a:off x="472745" y="1923669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5" y="2273427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QUESTION</a:t>
            </a:r>
            <a:endParaRPr lang="en-US" sz="968" dirty="0"/>
          </a:p>
        </p:txBody>
      </p:sp>
      <p:sp>
        <p:nvSpPr>
          <p:cNvPr id="10" name="Shape 8"/>
          <p:cNvSpPr/>
          <p:nvPr/>
        </p:nvSpPr>
        <p:spPr>
          <a:xfrm>
            <a:off x="472745" y="2623185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5" y="2972943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FOUND</a:t>
            </a:r>
            <a:endParaRPr lang="en-US" sz="968" dirty="0"/>
          </a:p>
        </p:txBody>
      </p:sp>
      <p:sp>
        <p:nvSpPr>
          <p:cNvPr id="12" name="Shape 10"/>
          <p:cNvSpPr/>
          <p:nvPr/>
        </p:nvSpPr>
        <p:spPr>
          <a:xfrm>
            <a:off x="472745" y="3322701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0485" y="221285"/>
            <a:ext cx="4586630" cy="3443630"/>
          </a:xfrm>
          <a:prstGeom prst="rect">
            <a:avLst/>
          </a:prstGeom>
          <a:solidFill>
            <a:srgbClr val="FFFFFF"/>
          </a:solidFill>
          <a:ln w="25146">
            <a:solidFill>
              <a:srgbClr val="6AB8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0485" y="221285"/>
            <a:ext cx="4586630" cy="619853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5" name="Text 13"/>
          <p:cNvSpPr/>
          <p:nvPr/>
        </p:nvSpPr>
        <p:spPr>
          <a:xfrm>
            <a:off x="5501945" y="221285"/>
            <a:ext cx="3898636" cy="619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b="1" spc="13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GALLERY</a:t>
            </a:r>
            <a:endParaRPr lang="en-US" sz="1045" dirty="0"/>
          </a:p>
        </p:txBody>
      </p:sp>
      <p:sp>
        <p:nvSpPr>
          <p:cNvPr id="16" name="Text 14"/>
          <p:cNvSpPr/>
          <p:nvPr/>
        </p:nvSpPr>
        <p:spPr>
          <a:xfrm>
            <a:off x="5501945" y="874395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SCIENTIST</a:t>
            </a:r>
            <a:endParaRPr lang="en-US" sz="968" dirty="0"/>
          </a:p>
        </p:txBody>
      </p:sp>
      <p:sp>
        <p:nvSpPr>
          <p:cNvPr id="17" name="Shape 15"/>
          <p:cNvSpPr/>
          <p:nvPr/>
        </p:nvSpPr>
        <p:spPr>
          <a:xfrm>
            <a:off x="5501945" y="1224153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1945" y="1573911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TITLE</a:t>
            </a:r>
            <a:endParaRPr lang="en-US" sz="968" dirty="0"/>
          </a:p>
        </p:txBody>
      </p:sp>
      <p:sp>
        <p:nvSpPr>
          <p:cNvPr id="19" name="Shape 17"/>
          <p:cNvSpPr/>
          <p:nvPr/>
        </p:nvSpPr>
        <p:spPr>
          <a:xfrm>
            <a:off x="5501945" y="1923669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1945" y="2273427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QUESTION</a:t>
            </a:r>
            <a:endParaRPr lang="en-US" sz="968" dirty="0"/>
          </a:p>
        </p:txBody>
      </p:sp>
      <p:sp>
        <p:nvSpPr>
          <p:cNvPr id="21" name="Shape 19"/>
          <p:cNvSpPr/>
          <p:nvPr/>
        </p:nvSpPr>
        <p:spPr>
          <a:xfrm>
            <a:off x="5501945" y="2623185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01945" y="2972943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FOUND</a:t>
            </a:r>
            <a:endParaRPr lang="en-US" sz="968" dirty="0"/>
          </a:p>
        </p:txBody>
      </p:sp>
      <p:sp>
        <p:nvSpPr>
          <p:cNvPr id="23" name="Shape 21"/>
          <p:cNvSpPr/>
          <p:nvPr/>
        </p:nvSpPr>
        <p:spPr>
          <a:xfrm>
            <a:off x="5501945" y="3322701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1285" y="4107485"/>
            <a:ext cx="4586630" cy="3443630"/>
          </a:xfrm>
          <a:prstGeom prst="rect">
            <a:avLst/>
          </a:prstGeom>
          <a:solidFill>
            <a:srgbClr val="FFFFFF"/>
          </a:solidFill>
          <a:ln w="25146">
            <a:solidFill>
              <a:srgbClr val="6AB8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1285" y="4107485"/>
            <a:ext cx="4586630" cy="619853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26" name="Text 24"/>
          <p:cNvSpPr/>
          <p:nvPr/>
        </p:nvSpPr>
        <p:spPr>
          <a:xfrm>
            <a:off x="472745" y="4107485"/>
            <a:ext cx="3898636" cy="619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b="1" spc="13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GALLERY</a:t>
            </a:r>
            <a:endParaRPr lang="en-US" sz="1045" dirty="0"/>
          </a:p>
        </p:txBody>
      </p:sp>
      <p:sp>
        <p:nvSpPr>
          <p:cNvPr id="27" name="Text 25"/>
          <p:cNvSpPr/>
          <p:nvPr/>
        </p:nvSpPr>
        <p:spPr>
          <a:xfrm>
            <a:off x="472745" y="4760595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SCIENTIST</a:t>
            </a:r>
            <a:endParaRPr lang="en-US" sz="968" dirty="0"/>
          </a:p>
        </p:txBody>
      </p:sp>
      <p:sp>
        <p:nvSpPr>
          <p:cNvPr id="28" name="Shape 26"/>
          <p:cNvSpPr/>
          <p:nvPr/>
        </p:nvSpPr>
        <p:spPr>
          <a:xfrm>
            <a:off x="472745" y="5110353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5" y="5460111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TITLE</a:t>
            </a:r>
            <a:endParaRPr lang="en-US" sz="968" dirty="0"/>
          </a:p>
        </p:txBody>
      </p:sp>
      <p:sp>
        <p:nvSpPr>
          <p:cNvPr id="30" name="Shape 28"/>
          <p:cNvSpPr/>
          <p:nvPr/>
        </p:nvSpPr>
        <p:spPr>
          <a:xfrm>
            <a:off x="472745" y="5809869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5" y="6159627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QUESTION</a:t>
            </a:r>
            <a:endParaRPr lang="en-US" sz="968" dirty="0"/>
          </a:p>
        </p:txBody>
      </p:sp>
      <p:sp>
        <p:nvSpPr>
          <p:cNvPr id="32" name="Shape 30"/>
          <p:cNvSpPr/>
          <p:nvPr/>
        </p:nvSpPr>
        <p:spPr>
          <a:xfrm>
            <a:off x="472745" y="6509385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5" y="6859143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FOUND</a:t>
            </a:r>
            <a:endParaRPr lang="en-US" sz="968" dirty="0"/>
          </a:p>
        </p:txBody>
      </p:sp>
      <p:sp>
        <p:nvSpPr>
          <p:cNvPr id="34" name="Shape 32"/>
          <p:cNvSpPr/>
          <p:nvPr/>
        </p:nvSpPr>
        <p:spPr>
          <a:xfrm>
            <a:off x="472745" y="7208901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0485" y="4107485"/>
            <a:ext cx="4586630" cy="3443630"/>
          </a:xfrm>
          <a:prstGeom prst="rect">
            <a:avLst/>
          </a:prstGeom>
          <a:solidFill>
            <a:srgbClr val="FFFFFF"/>
          </a:solidFill>
          <a:ln w="25146">
            <a:solidFill>
              <a:srgbClr val="6AB8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0485" y="4107485"/>
            <a:ext cx="4586630" cy="619853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7" name="Text 35"/>
          <p:cNvSpPr/>
          <p:nvPr/>
        </p:nvSpPr>
        <p:spPr>
          <a:xfrm>
            <a:off x="5501945" y="4107485"/>
            <a:ext cx="3898636" cy="619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5" b="1" spc="13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GALLERY</a:t>
            </a:r>
            <a:endParaRPr lang="en-US" sz="1045" dirty="0"/>
          </a:p>
        </p:txBody>
      </p:sp>
      <p:sp>
        <p:nvSpPr>
          <p:cNvPr id="38" name="Text 36"/>
          <p:cNvSpPr/>
          <p:nvPr/>
        </p:nvSpPr>
        <p:spPr>
          <a:xfrm>
            <a:off x="5501945" y="4760595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SCIENTIST</a:t>
            </a:r>
            <a:endParaRPr lang="en-US" sz="968" dirty="0"/>
          </a:p>
        </p:txBody>
      </p:sp>
      <p:sp>
        <p:nvSpPr>
          <p:cNvPr id="39" name="Shape 37"/>
          <p:cNvSpPr/>
          <p:nvPr/>
        </p:nvSpPr>
        <p:spPr>
          <a:xfrm>
            <a:off x="5501945" y="5110353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01945" y="5460111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TITLE</a:t>
            </a:r>
            <a:endParaRPr lang="en-US" sz="968" dirty="0"/>
          </a:p>
        </p:txBody>
      </p:sp>
      <p:sp>
        <p:nvSpPr>
          <p:cNvPr id="41" name="Shape 39"/>
          <p:cNvSpPr/>
          <p:nvPr/>
        </p:nvSpPr>
        <p:spPr>
          <a:xfrm>
            <a:off x="5501945" y="5809869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01945" y="6159627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QUESTION</a:t>
            </a:r>
            <a:endParaRPr lang="en-US" sz="968" dirty="0"/>
          </a:p>
        </p:txBody>
      </p:sp>
      <p:sp>
        <p:nvSpPr>
          <p:cNvPr id="43" name="Shape 41"/>
          <p:cNvSpPr/>
          <p:nvPr/>
        </p:nvSpPr>
        <p:spPr>
          <a:xfrm>
            <a:off x="5501945" y="6509385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01945" y="6859143"/>
            <a:ext cx="412796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8" b="1" spc="88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FOUND</a:t>
            </a:r>
            <a:endParaRPr lang="en-US" sz="968" dirty="0"/>
          </a:p>
        </p:txBody>
      </p:sp>
      <p:sp>
        <p:nvSpPr>
          <p:cNvPr id="45" name="Shape 43"/>
          <p:cNvSpPr/>
          <p:nvPr/>
        </p:nvSpPr>
        <p:spPr>
          <a:xfrm>
            <a:off x="5501945" y="7208901"/>
            <a:ext cx="4127967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0" y="0"/>
            <a:ext cx="0" cy="7772400"/>
          </a:xfrm>
          <a:prstGeom prst="line">
            <a:avLst/>
          </a:prstGeom>
          <a:noFill/>
          <a:ln w="9525">
            <a:solidFill>
              <a:srgbClr val="E2E6E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0" y="3886200"/>
            <a:ext cx="10058400" cy="0"/>
          </a:xfrm>
          <a:prstGeom prst="line">
            <a:avLst/>
          </a:prstGeom>
          <a:noFill/>
          <a:ln w="9525">
            <a:solidFill>
              <a:srgbClr val="E2E6E2"/>
            </a:solidFill>
            <a:prstDash val="dash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1554480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034" y="404165"/>
            <a:ext cx="416738" cy="6839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621" y="248717"/>
            <a:ext cx="839442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5" b="1" spc="35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BULLETIN BOARD KIT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563270" y="512978"/>
            <a:ext cx="8602789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LAYOUT SUGGESTION</a:t>
            </a:r>
            <a:endParaRPr lang="en-US" sz="6223" dirty="0"/>
          </a:p>
        </p:txBody>
      </p:sp>
      <p:sp>
        <p:nvSpPr>
          <p:cNvPr id="6" name="Shape 3"/>
          <p:cNvSpPr/>
          <p:nvPr/>
        </p:nvSpPr>
        <p:spPr>
          <a:xfrm>
            <a:off x="502920" y="2020824"/>
            <a:ext cx="9052560" cy="4507992"/>
          </a:xfrm>
          <a:prstGeom prst="rect">
            <a:avLst/>
          </a:prstGeom>
          <a:solidFill>
            <a:srgbClr val="F1FAF2"/>
          </a:solidFill>
          <a:ln w="19050">
            <a:solidFill>
              <a:srgbClr val="1C3A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5548" y="2291304"/>
            <a:ext cx="8147304" cy="721279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8" name="Text 5"/>
          <p:cNvSpPr/>
          <p:nvPr/>
        </p:nvSpPr>
        <p:spPr>
          <a:xfrm>
            <a:off x="955548" y="2291304"/>
            <a:ext cx="8147304" cy="721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(header letters)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955548" y="3283062"/>
            <a:ext cx="2534717" cy="2704795"/>
          </a:xfrm>
          <a:prstGeom prst="rect">
            <a:avLst/>
          </a:prstGeom>
          <a:solidFill>
            <a:srgbClr val="FFFFFF"/>
          </a:solidFill>
          <a:ln w="19050">
            <a:solidFill>
              <a:srgbClr val="357A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5548" y="3283062"/>
            <a:ext cx="2534717" cy="586039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11" name="Text 8"/>
          <p:cNvSpPr/>
          <p:nvPr/>
        </p:nvSpPr>
        <p:spPr>
          <a:xfrm>
            <a:off x="955548" y="3283062"/>
            <a:ext cx="2534717" cy="586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QUESTIONS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55548" y="4049420"/>
            <a:ext cx="2534717" cy="157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Wonder Wall cards</a:t>
            </a:r>
            <a:endParaRPr lang="en-US" sz="1155" dirty="0"/>
          </a:p>
        </p:txBody>
      </p:sp>
      <p:sp>
        <p:nvSpPr>
          <p:cNvPr id="13" name="Shape 10"/>
          <p:cNvSpPr/>
          <p:nvPr/>
        </p:nvSpPr>
        <p:spPr>
          <a:xfrm>
            <a:off x="3671316" y="3283062"/>
            <a:ext cx="2534717" cy="2704795"/>
          </a:xfrm>
          <a:prstGeom prst="rect">
            <a:avLst/>
          </a:prstGeom>
          <a:solidFill>
            <a:srgbClr val="FFFFFF"/>
          </a:solidFill>
          <a:ln w="19050">
            <a:solidFill>
              <a:srgbClr val="1C3A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71316" y="3283062"/>
            <a:ext cx="2534717" cy="586039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5" name="Text 12"/>
          <p:cNvSpPr/>
          <p:nvPr/>
        </p:nvSpPr>
        <p:spPr>
          <a:xfrm>
            <a:off x="3671316" y="3283062"/>
            <a:ext cx="2534717" cy="586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71316" y="4049420"/>
            <a:ext cx="2534717" cy="157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photos from data week</a:t>
            </a:r>
            <a:endParaRPr lang="en-US" sz="1155" dirty="0"/>
          </a:p>
        </p:txBody>
      </p:sp>
      <p:sp>
        <p:nvSpPr>
          <p:cNvPr id="17" name="Shape 14"/>
          <p:cNvSpPr/>
          <p:nvPr/>
        </p:nvSpPr>
        <p:spPr>
          <a:xfrm>
            <a:off x="6387084" y="3283062"/>
            <a:ext cx="2534717" cy="2704795"/>
          </a:xfrm>
          <a:prstGeom prst="rect">
            <a:avLst/>
          </a:prstGeom>
          <a:solidFill>
            <a:srgbClr val="FFFFFF"/>
          </a:solidFill>
          <a:ln w="19050">
            <a:solidFill>
              <a:srgbClr val="E061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87084" y="3283062"/>
            <a:ext cx="2534717" cy="586039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19" name="Text 16"/>
          <p:cNvSpPr/>
          <p:nvPr/>
        </p:nvSpPr>
        <p:spPr>
          <a:xfrm>
            <a:off x="6387084" y="3283062"/>
            <a:ext cx="2534717" cy="586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RESULTS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87084" y="4049420"/>
            <a:ext cx="2534717" cy="157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gallery cards</a:t>
            </a:r>
            <a:endParaRPr lang="en-US" sz="1155" dirty="0"/>
          </a:p>
        </p:txBody>
      </p:sp>
      <p:sp>
        <p:nvSpPr>
          <p:cNvPr id="21" name="Text 18"/>
          <p:cNvSpPr/>
          <p:nvPr/>
        </p:nvSpPr>
        <p:spPr>
          <a:xfrm>
            <a:off x="502920" y="6761988"/>
            <a:ext cx="9052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i="1" dirty="0">
                <a:solidFill>
                  <a:srgbClr val="254F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Leave the middle section empty at the start of the unit. Filling it as students work is what makes the board worth looking at.</a:t>
            </a:r>
            <a:endParaRPr lang="en-US" sz="1540" dirty="0"/>
          </a:p>
        </p:txBody>
      </p:sp>
      <p:sp>
        <p:nvSpPr>
          <p:cNvPr id="22" name="Shape 19"/>
          <p:cNvSpPr/>
          <p:nvPr/>
        </p:nvSpPr>
        <p:spPr>
          <a:xfrm>
            <a:off x="623621" y="7422642"/>
            <a:ext cx="8811158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3621" y="7461504"/>
            <a:ext cx="5286695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6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Bulletin Board Kit</a:t>
            </a:r>
            <a:endParaRPr lang="en-US" sz="946" dirty="0"/>
          </a:p>
        </p:txBody>
      </p:sp>
      <p:sp>
        <p:nvSpPr>
          <p:cNvPr id="24" name="Text 21"/>
          <p:cNvSpPr/>
          <p:nvPr/>
        </p:nvSpPr>
        <p:spPr>
          <a:xfrm>
            <a:off x="5910316" y="7461504"/>
            <a:ext cx="3524463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6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9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Bulletin Board Kit</dc:title>
  <dc:subject>PptxGenJS Presentation</dc:subject>
  <dc:creator>FairGame Initiative</dc:creator>
  <cp:lastModifiedBy>FairGame Initiative</cp:lastModifiedBy>
  <cp:revision>1</cp:revision>
  <dcterms:created xsi:type="dcterms:W3CDTF">2026-07-27T18:40:26Z</dcterms:created>
  <dcterms:modified xsi:type="dcterms:W3CDTF">2026-07-27T18:40:26Z</dcterms:modified>
</cp:coreProperties>
</file>