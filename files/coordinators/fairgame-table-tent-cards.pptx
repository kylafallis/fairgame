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0058400" cy="7772400"/>
  <p:notesSz cx="77724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00" cy="1554480"/>
          </a:xfrm>
          <a:prstGeom prst="rect">
            <a:avLst/>
          </a:prstGeom>
          <a:solidFill>
            <a:srgbClr val="1C3A1C"/>
          </a:solidFill>
          <a:ln/>
        </p:spPr>
      </p:sp>
      <p:pic>
        <p:nvPicPr>
          <p:cNvPr id="3" name="Image 0" descr="/tmp/fairgame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034" y="404165"/>
            <a:ext cx="416738" cy="6839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621" y="248717"/>
            <a:ext cx="8394420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5" b="1" spc="352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EVENT MATERIALS</a:t>
            </a:r>
            <a:endParaRPr lang="en-US" sz="1705" dirty="0"/>
          </a:p>
        </p:txBody>
      </p:sp>
      <p:sp>
        <p:nvSpPr>
          <p:cNvPr id="5" name="Text 2"/>
          <p:cNvSpPr/>
          <p:nvPr/>
        </p:nvSpPr>
        <p:spPr>
          <a:xfrm>
            <a:off x="563270" y="512978"/>
            <a:ext cx="8602789" cy="963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23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TABLE TENT CARDS</a:t>
            </a:r>
            <a:endParaRPr lang="en-US" sz="6223" dirty="0"/>
          </a:p>
        </p:txBody>
      </p:sp>
      <p:sp>
        <p:nvSpPr>
          <p:cNvPr id="6" name="Text 3"/>
          <p:cNvSpPr/>
          <p:nvPr/>
        </p:nvSpPr>
        <p:spPr>
          <a:xfrm>
            <a:off x="502920" y="1904238"/>
            <a:ext cx="905256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3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card prints on one landscape sheet and folds in half across the middle, so the text reads from both sides of a table. Print on card stock so they stand without support.</a:t>
            </a:r>
            <a:endParaRPr lang="en-US" sz="1430" dirty="0"/>
          </a:p>
        </p:txBody>
      </p:sp>
      <p:sp>
        <p:nvSpPr>
          <p:cNvPr id="7" name="Text 4"/>
          <p:cNvSpPr/>
          <p:nvPr/>
        </p:nvSpPr>
        <p:spPr>
          <a:xfrm>
            <a:off x="502920" y="2759202"/>
            <a:ext cx="905256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85" i="1" dirty="0">
                <a:solidFill>
                  <a:srgbClr val="E061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blank card at the end is for anything not covered. Duplicate that slide as many times as you need.</a:t>
            </a:r>
            <a:endParaRPr lang="en-US" sz="1485" dirty="0"/>
          </a:p>
        </p:txBody>
      </p:sp>
      <p:sp>
        <p:nvSpPr>
          <p:cNvPr id="8" name="Shape 5"/>
          <p:cNvSpPr/>
          <p:nvPr/>
        </p:nvSpPr>
        <p:spPr>
          <a:xfrm>
            <a:off x="623621" y="7422642"/>
            <a:ext cx="8811158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3621" y="7461504"/>
            <a:ext cx="5286695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6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Initiative  |  Table Tent Cards</a:t>
            </a:r>
            <a:endParaRPr lang="en-US" sz="946" dirty="0"/>
          </a:p>
        </p:txBody>
      </p:sp>
      <p:sp>
        <p:nvSpPr>
          <p:cNvPr id="10" name="Text 7"/>
          <p:cNvSpPr/>
          <p:nvPr/>
        </p:nvSpPr>
        <p:spPr>
          <a:xfrm>
            <a:off x="5910316" y="7461504"/>
            <a:ext cx="3524463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46" i="1" dirty="0">
                <a:solidFill>
                  <a:srgbClr val="E061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Science fairs without barriers.</a:t>
            </a:r>
            <a:endParaRPr lang="en-US" sz="94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86200"/>
            <a:ext cx="10058400" cy="0"/>
          </a:xfrm>
          <a:prstGeom prst="line">
            <a:avLst/>
          </a:prstGeom>
          <a:noFill/>
          <a:ln w="10160">
            <a:solidFill>
              <a:srgbClr val="E2E6E2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8458200" y="3653028"/>
            <a:ext cx="10972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fold here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427482"/>
            <a:ext cx="9052560" cy="427482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893826"/>
            <a:ext cx="9052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2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CHECK IN HERE</a:t>
            </a:r>
            <a:endParaRPr lang="en-US" sz="4620" dirty="0"/>
          </a:p>
        </p:txBody>
      </p:sp>
      <p:sp>
        <p:nvSpPr>
          <p:cNvPr id="6" name="Text 4"/>
          <p:cNvSpPr/>
          <p:nvPr/>
        </p:nvSpPr>
        <p:spPr>
          <a:xfrm>
            <a:off x="502920" y="2448306"/>
            <a:ext cx="90525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Students and judges sign in</a:t>
            </a:r>
            <a:endParaRPr lang="en-US" sz="1595" dirty="0"/>
          </a:p>
        </p:txBody>
      </p:sp>
      <p:sp>
        <p:nvSpPr>
          <p:cNvPr id="7" name="Text 5"/>
          <p:cNvSpPr/>
          <p:nvPr/>
        </p:nvSpPr>
        <p:spPr>
          <a:xfrm>
            <a:off x="502920" y="3108960"/>
            <a:ext cx="905256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5" b="1" spc="176" kern="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INITIATIVE</a:t>
            </a:r>
            <a:endParaRPr lang="en-US" sz="1045" dirty="0"/>
          </a:p>
        </p:txBody>
      </p:sp>
      <p:sp>
        <p:nvSpPr>
          <p:cNvPr id="8" name="Shape 6"/>
          <p:cNvSpPr/>
          <p:nvPr/>
        </p:nvSpPr>
        <p:spPr>
          <a:xfrm rot="10800000">
            <a:off x="502920" y="4313682"/>
            <a:ext cx="9052560" cy="427482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9" name="Text 7"/>
          <p:cNvSpPr/>
          <p:nvPr/>
        </p:nvSpPr>
        <p:spPr>
          <a:xfrm rot="10800000">
            <a:off x="502920" y="4780026"/>
            <a:ext cx="9052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2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CHECK IN HERE</a:t>
            </a:r>
            <a:endParaRPr lang="en-US" sz="4620" dirty="0"/>
          </a:p>
        </p:txBody>
      </p:sp>
      <p:sp>
        <p:nvSpPr>
          <p:cNvPr id="10" name="Text 8"/>
          <p:cNvSpPr/>
          <p:nvPr/>
        </p:nvSpPr>
        <p:spPr>
          <a:xfrm rot="10800000">
            <a:off x="502920" y="6334506"/>
            <a:ext cx="90525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Students and judges sign in</a:t>
            </a:r>
            <a:endParaRPr lang="en-US" sz="1595" dirty="0"/>
          </a:p>
        </p:txBody>
      </p:sp>
      <p:sp>
        <p:nvSpPr>
          <p:cNvPr id="11" name="Text 9"/>
          <p:cNvSpPr/>
          <p:nvPr/>
        </p:nvSpPr>
        <p:spPr>
          <a:xfrm rot="10800000">
            <a:off x="502920" y="6995160"/>
            <a:ext cx="905256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5" b="1" spc="176" kern="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INITIATIVE</a:t>
            </a:r>
            <a:endParaRPr lang="en-US" sz="104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86200"/>
            <a:ext cx="10058400" cy="0"/>
          </a:xfrm>
          <a:prstGeom prst="line">
            <a:avLst/>
          </a:prstGeom>
          <a:noFill/>
          <a:ln w="10160">
            <a:solidFill>
              <a:srgbClr val="E2E6E2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8458200" y="3653028"/>
            <a:ext cx="10972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fold here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427482"/>
            <a:ext cx="9052560" cy="427482"/>
          </a:xfrm>
          <a:prstGeom prst="rect">
            <a:avLst/>
          </a:prstGeom>
          <a:solidFill>
            <a:srgbClr val="E0615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893826"/>
            <a:ext cx="9052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20" dirty="0">
                <a:solidFill>
                  <a:srgbClr val="E0615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JUDGING</a:t>
            </a:r>
            <a:endParaRPr lang="en-US" sz="4620" dirty="0"/>
          </a:p>
        </p:txBody>
      </p:sp>
      <p:sp>
        <p:nvSpPr>
          <p:cNvPr id="6" name="Text 4"/>
          <p:cNvSpPr/>
          <p:nvPr/>
        </p:nvSpPr>
        <p:spPr>
          <a:xfrm>
            <a:off x="502920" y="2448306"/>
            <a:ext cx="90525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progress, please do not interrupt</a:t>
            </a:r>
            <a:endParaRPr lang="en-US" sz="1595" dirty="0"/>
          </a:p>
        </p:txBody>
      </p:sp>
      <p:sp>
        <p:nvSpPr>
          <p:cNvPr id="7" name="Text 5"/>
          <p:cNvSpPr/>
          <p:nvPr/>
        </p:nvSpPr>
        <p:spPr>
          <a:xfrm>
            <a:off x="502920" y="3108960"/>
            <a:ext cx="905256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5" b="1" spc="176" kern="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INITIATIVE</a:t>
            </a:r>
            <a:endParaRPr lang="en-US" sz="1045" dirty="0"/>
          </a:p>
        </p:txBody>
      </p:sp>
      <p:sp>
        <p:nvSpPr>
          <p:cNvPr id="8" name="Shape 6"/>
          <p:cNvSpPr/>
          <p:nvPr/>
        </p:nvSpPr>
        <p:spPr>
          <a:xfrm rot="10800000">
            <a:off x="502920" y="4313682"/>
            <a:ext cx="9052560" cy="427482"/>
          </a:xfrm>
          <a:prstGeom prst="rect">
            <a:avLst/>
          </a:prstGeom>
          <a:solidFill>
            <a:srgbClr val="E0615A"/>
          </a:solidFill>
          <a:ln/>
        </p:spPr>
      </p:sp>
      <p:sp>
        <p:nvSpPr>
          <p:cNvPr id="9" name="Text 7"/>
          <p:cNvSpPr/>
          <p:nvPr/>
        </p:nvSpPr>
        <p:spPr>
          <a:xfrm rot="10800000">
            <a:off x="502920" y="4780026"/>
            <a:ext cx="9052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20" dirty="0">
                <a:solidFill>
                  <a:srgbClr val="E0615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JUDGING</a:t>
            </a:r>
            <a:endParaRPr lang="en-US" sz="4620" dirty="0"/>
          </a:p>
        </p:txBody>
      </p:sp>
      <p:sp>
        <p:nvSpPr>
          <p:cNvPr id="10" name="Text 8"/>
          <p:cNvSpPr/>
          <p:nvPr/>
        </p:nvSpPr>
        <p:spPr>
          <a:xfrm rot="10800000">
            <a:off x="502920" y="6334506"/>
            <a:ext cx="90525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progress, please do not interrupt</a:t>
            </a:r>
            <a:endParaRPr lang="en-US" sz="1595" dirty="0"/>
          </a:p>
        </p:txBody>
      </p:sp>
      <p:sp>
        <p:nvSpPr>
          <p:cNvPr id="11" name="Text 9"/>
          <p:cNvSpPr/>
          <p:nvPr/>
        </p:nvSpPr>
        <p:spPr>
          <a:xfrm rot="10800000">
            <a:off x="502920" y="6995160"/>
            <a:ext cx="905256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5" b="1" spc="176" kern="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INITIATIVE</a:t>
            </a:r>
            <a:endParaRPr lang="en-US" sz="104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86200"/>
            <a:ext cx="10058400" cy="0"/>
          </a:xfrm>
          <a:prstGeom prst="line">
            <a:avLst/>
          </a:prstGeom>
          <a:noFill/>
          <a:ln w="10160">
            <a:solidFill>
              <a:srgbClr val="E2E6E2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8458200" y="3653028"/>
            <a:ext cx="10972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fold here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427482"/>
            <a:ext cx="9052560" cy="427482"/>
          </a:xfrm>
          <a:prstGeom prst="rect">
            <a:avLst/>
          </a:prstGeom>
          <a:solidFill>
            <a:srgbClr val="357A3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893826"/>
            <a:ext cx="9052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20" dirty="0">
                <a:solidFill>
                  <a:srgbClr val="357A3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REFRESHMENTS</a:t>
            </a:r>
            <a:endParaRPr lang="en-US" sz="4620" dirty="0"/>
          </a:p>
        </p:txBody>
      </p:sp>
      <p:sp>
        <p:nvSpPr>
          <p:cNvPr id="6" name="Text 4"/>
          <p:cNvSpPr/>
          <p:nvPr/>
        </p:nvSpPr>
        <p:spPr>
          <a:xfrm>
            <a:off x="502920" y="2448306"/>
            <a:ext cx="90525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Help yourself</a:t>
            </a:r>
            <a:endParaRPr lang="en-US" sz="1595" dirty="0"/>
          </a:p>
        </p:txBody>
      </p:sp>
      <p:sp>
        <p:nvSpPr>
          <p:cNvPr id="7" name="Text 5"/>
          <p:cNvSpPr/>
          <p:nvPr/>
        </p:nvSpPr>
        <p:spPr>
          <a:xfrm>
            <a:off x="502920" y="3108960"/>
            <a:ext cx="905256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5" b="1" spc="176" kern="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INITIATIVE</a:t>
            </a:r>
            <a:endParaRPr lang="en-US" sz="1045" dirty="0"/>
          </a:p>
        </p:txBody>
      </p:sp>
      <p:sp>
        <p:nvSpPr>
          <p:cNvPr id="8" name="Shape 6"/>
          <p:cNvSpPr/>
          <p:nvPr/>
        </p:nvSpPr>
        <p:spPr>
          <a:xfrm rot="10800000">
            <a:off x="502920" y="4313682"/>
            <a:ext cx="9052560" cy="427482"/>
          </a:xfrm>
          <a:prstGeom prst="rect">
            <a:avLst/>
          </a:prstGeom>
          <a:solidFill>
            <a:srgbClr val="357A38"/>
          </a:solidFill>
          <a:ln/>
        </p:spPr>
      </p:sp>
      <p:sp>
        <p:nvSpPr>
          <p:cNvPr id="9" name="Text 7"/>
          <p:cNvSpPr/>
          <p:nvPr/>
        </p:nvSpPr>
        <p:spPr>
          <a:xfrm rot="10800000">
            <a:off x="502920" y="4780026"/>
            <a:ext cx="9052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20" dirty="0">
                <a:solidFill>
                  <a:srgbClr val="357A3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REFRESHMENTS</a:t>
            </a:r>
            <a:endParaRPr lang="en-US" sz="4620" dirty="0"/>
          </a:p>
        </p:txBody>
      </p:sp>
      <p:sp>
        <p:nvSpPr>
          <p:cNvPr id="10" name="Text 8"/>
          <p:cNvSpPr/>
          <p:nvPr/>
        </p:nvSpPr>
        <p:spPr>
          <a:xfrm rot="10800000">
            <a:off x="502920" y="6334506"/>
            <a:ext cx="90525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Help yourself</a:t>
            </a:r>
            <a:endParaRPr lang="en-US" sz="1595" dirty="0"/>
          </a:p>
        </p:txBody>
      </p:sp>
      <p:sp>
        <p:nvSpPr>
          <p:cNvPr id="11" name="Text 9"/>
          <p:cNvSpPr/>
          <p:nvPr/>
        </p:nvSpPr>
        <p:spPr>
          <a:xfrm rot="10800000">
            <a:off x="502920" y="6995160"/>
            <a:ext cx="905256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5" b="1" spc="176" kern="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INITIATIVE</a:t>
            </a:r>
            <a:endParaRPr lang="en-US" sz="104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86200"/>
            <a:ext cx="10058400" cy="0"/>
          </a:xfrm>
          <a:prstGeom prst="line">
            <a:avLst/>
          </a:prstGeom>
          <a:noFill/>
          <a:ln w="10160">
            <a:solidFill>
              <a:srgbClr val="E2E6E2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8458200" y="3653028"/>
            <a:ext cx="10972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fold here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427482"/>
            <a:ext cx="9052560" cy="427482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893826"/>
            <a:ext cx="9052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2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AWARDS</a:t>
            </a:r>
            <a:endParaRPr lang="en-US" sz="4620" dirty="0"/>
          </a:p>
        </p:txBody>
      </p:sp>
      <p:sp>
        <p:nvSpPr>
          <p:cNvPr id="6" name="Text 4"/>
          <p:cNvSpPr/>
          <p:nvPr/>
        </p:nvSpPr>
        <p:spPr>
          <a:xfrm>
            <a:off x="502920" y="2448306"/>
            <a:ext cx="90525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Ceremony begins here</a:t>
            </a:r>
            <a:endParaRPr lang="en-US" sz="1595" dirty="0"/>
          </a:p>
        </p:txBody>
      </p:sp>
      <p:sp>
        <p:nvSpPr>
          <p:cNvPr id="7" name="Text 5"/>
          <p:cNvSpPr/>
          <p:nvPr/>
        </p:nvSpPr>
        <p:spPr>
          <a:xfrm>
            <a:off x="502920" y="3108960"/>
            <a:ext cx="905256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5" b="1" spc="176" kern="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INITIATIVE</a:t>
            </a:r>
            <a:endParaRPr lang="en-US" sz="1045" dirty="0"/>
          </a:p>
        </p:txBody>
      </p:sp>
      <p:sp>
        <p:nvSpPr>
          <p:cNvPr id="8" name="Shape 6"/>
          <p:cNvSpPr/>
          <p:nvPr/>
        </p:nvSpPr>
        <p:spPr>
          <a:xfrm rot="10800000">
            <a:off x="502920" y="4313682"/>
            <a:ext cx="9052560" cy="427482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9" name="Text 7"/>
          <p:cNvSpPr/>
          <p:nvPr/>
        </p:nvSpPr>
        <p:spPr>
          <a:xfrm rot="10800000">
            <a:off x="502920" y="4780026"/>
            <a:ext cx="9052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2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AWARDS</a:t>
            </a:r>
            <a:endParaRPr lang="en-US" sz="4620" dirty="0"/>
          </a:p>
        </p:txBody>
      </p:sp>
      <p:sp>
        <p:nvSpPr>
          <p:cNvPr id="10" name="Text 8"/>
          <p:cNvSpPr/>
          <p:nvPr/>
        </p:nvSpPr>
        <p:spPr>
          <a:xfrm rot="10800000">
            <a:off x="502920" y="6334506"/>
            <a:ext cx="90525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Ceremony begins here</a:t>
            </a:r>
            <a:endParaRPr lang="en-US" sz="1595" dirty="0"/>
          </a:p>
        </p:txBody>
      </p:sp>
      <p:sp>
        <p:nvSpPr>
          <p:cNvPr id="11" name="Text 9"/>
          <p:cNvSpPr/>
          <p:nvPr/>
        </p:nvSpPr>
        <p:spPr>
          <a:xfrm rot="10800000">
            <a:off x="502920" y="6995160"/>
            <a:ext cx="905256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5" b="1" spc="176" kern="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INITIATIVE</a:t>
            </a:r>
            <a:endParaRPr lang="en-US" sz="104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86200"/>
            <a:ext cx="10058400" cy="0"/>
          </a:xfrm>
          <a:prstGeom prst="line">
            <a:avLst/>
          </a:prstGeom>
          <a:noFill/>
          <a:ln w="10160">
            <a:solidFill>
              <a:srgbClr val="E2E6E2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8458200" y="3653028"/>
            <a:ext cx="10972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fold here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427482"/>
            <a:ext cx="9052560" cy="427482"/>
          </a:xfrm>
          <a:prstGeom prst="rect">
            <a:avLst/>
          </a:prstGeom>
          <a:solidFill>
            <a:srgbClr val="357A3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893826"/>
            <a:ext cx="9052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20" dirty="0">
                <a:solidFill>
                  <a:srgbClr val="357A3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PROJECT</a:t>
            </a:r>
            <a:endParaRPr lang="en-US" sz="4620" dirty="0"/>
          </a:p>
        </p:txBody>
      </p:sp>
      <p:sp>
        <p:nvSpPr>
          <p:cNvPr id="6" name="Text 4"/>
          <p:cNvSpPr/>
          <p:nvPr/>
        </p:nvSpPr>
        <p:spPr>
          <a:xfrm>
            <a:off x="502920" y="2448306"/>
            <a:ext cx="90525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Number ____</a:t>
            </a:r>
            <a:endParaRPr lang="en-US" sz="1595" dirty="0"/>
          </a:p>
        </p:txBody>
      </p:sp>
      <p:sp>
        <p:nvSpPr>
          <p:cNvPr id="7" name="Text 5"/>
          <p:cNvSpPr/>
          <p:nvPr/>
        </p:nvSpPr>
        <p:spPr>
          <a:xfrm>
            <a:off x="502920" y="3108960"/>
            <a:ext cx="905256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5" b="1" spc="176" kern="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INITIATIVE</a:t>
            </a:r>
            <a:endParaRPr lang="en-US" sz="1045" dirty="0"/>
          </a:p>
        </p:txBody>
      </p:sp>
      <p:sp>
        <p:nvSpPr>
          <p:cNvPr id="8" name="Shape 6"/>
          <p:cNvSpPr/>
          <p:nvPr/>
        </p:nvSpPr>
        <p:spPr>
          <a:xfrm rot="10800000">
            <a:off x="502920" y="4313682"/>
            <a:ext cx="9052560" cy="427482"/>
          </a:xfrm>
          <a:prstGeom prst="rect">
            <a:avLst/>
          </a:prstGeom>
          <a:solidFill>
            <a:srgbClr val="357A38"/>
          </a:solidFill>
          <a:ln/>
        </p:spPr>
      </p:sp>
      <p:sp>
        <p:nvSpPr>
          <p:cNvPr id="9" name="Text 7"/>
          <p:cNvSpPr/>
          <p:nvPr/>
        </p:nvSpPr>
        <p:spPr>
          <a:xfrm rot="10800000">
            <a:off x="502920" y="4780026"/>
            <a:ext cx="9052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20" dirty="0">
                <a:solidFill>
                  <a:srgbClr val="357A3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PROJECT</a:t>
            </a:r>
            <a:endParaRPr lang="en-US" sz="4620" dirty="0"/>
          </a:p>
        </p:txBody>
      </p:sp>
      <p:sp>
        <p:nvSpPr>
          <p:cNvPr id="10" name="Text 8"/>
          <p:cNvSpPr/>
          <p:nvPr/>
        </p:nvSpPr>
        <p:spPr>
          <a:xfrm rot="10800000">
            <a:off x="502920" y="6334506"/>
            <a:ext cx="90525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Number ____</a:t>
            </a:r>
            <a:endParaRPr lang="en-US" sz="1595" dirty="0"/>
          </a:p>
        </p:txBody>
      </p:sp>
      <p:sp>
        <p:nvSpPr>
          <p:cNvPr id="11" name="Text 9"/>
          <p:cNvSpPr/>
          <p:nvPr/>
        </p:nvSpPr>
        <p:spPr>
          <a:xfrm rot="10800000">
            <a:off x="502920" y="6995160"/>
            <a:ext cx="905256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5" b="1" spc="176" kern="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INITIATIVE</a:t>
            </a:r>
            <a:endParaRPr lang="en-US" sz="104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86200"/>
            <a:ext cx="10058400" cy="0"/>
          </a:xfrm>
          <a:prstGeom prst="line">
            <a:avLst/>
          </a:prstGeom>
          <a:noFill/>
          <a:ln w="10160">
            <a:solidFill>
              <a:srgbClr val="E2E6E2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8458200" y="3653028"/>
            <a:ext cx="10972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fold here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427482"/>
            <a:ext cx="9052560" cy="427482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893826"/>
            <a:ext cx="9052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2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[  YOUR TEXT  ]</a:t>
            </a:r>
            <a:endParaRPr lang="en-US" sz="4620" dirty="0"/>
          </a:p>
        </p:txBody>
      </p:sp>
      <p:sp>
        <p:nvSpPr>
          <p:cNvPr id="6" name="Text 4"/>
          <p:cNvSpPr/>
          <p:nvPr/>
        </p:nvSpPr>
        <p:spPr>
          <a:xfrm>
            <a:off x="502920" y="2448306"/>
            <a:ext cx="90525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 subtitle ]</a:t>
            </a:r>
            <a:endParaRPr lang="en-US" sz="1595" dirty="0"/>
          </a:p>
        </p:txBody>
      </p:sp>
      <p:sp>
        <p:nvSpPr>
          <p:cNvPr id="7" name="Text 5"/>
          <p:cNvSpPr/>
          <p:nvPr/>
        </p:nvSpPr>
        <p:spPr>
          <a:xfrm>
            <a:off x="502920" y="3108960"/>
            <a:ext cx="905256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5" b="1" spc="176" kern="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INITIATIVE</a:t>
            </a:r>
            <a:endParaRPr lang="en-US" sz="1045" dirty="0"/>
          </a:p>
        </p:txBody>
      </p:sp>
      <p:sp>
        <p:nvSpPr>
          <p:cNvPr id="8" name="Shape 6"/>
          <p:cNvSpPr/>
          <p:nvPr/>
        </p:nvSpPr>
        <p:spPr>
          <a:xfrm rot="10800000">
            <a:off x="502920" y="4313682"/>
            <a:ext cx="9052560" cy="427482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9" name="Text 7"/>
          <p:cNvSpPr/>
          <p:nvPr/>
        </p:nvSpPr>
        <p:spPr>
          <a:xfrm rot="10800000">
            <a:off x="502920" y="4780026"/>
            <a:ext cx="9052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2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[  YOUR TEXT  ]</a:t>
            </a:r>
            <a:endParaRPr lang="en-US" sz="4620" dirty="0"/>
          </a:p>
        </p:txBody>
      </p:sp>
      <p:sp>
        <p:nvSpPr>
          <p:cNvPr id="10" name="Text 8"/>
          <p:cNvSpPr/>
          <p:nvPr/>
        </p:nvSpPr>
        <p:spPr>
          <a:xfrm rot="10800000">
            <a:off x="502920" y="6334506"/>
            <a:ext cx="90525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5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 subtitle ]</a:t>
            </a:r>
            <a:endParaRPr lang="en-US" sz="1595" dirty="0"/>
          </a:p>
        </p:txBody>
      </p:sp>
      <p:sp>
        <p:nvSpPr>
          <p:cNvPr id="11" name="Text 9"/>
          <p:cNvSpPr/>
          <p:nvPr/>
        </p:nvSpPr>
        <p:spPr>
          <a:xfrm rot="10800000">
            <a:off x="502920" y="6995160"/>
            <a:ext cx="905256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5" b="1" spc="176" kern="0" dirty="0">
                <a:solidFill>
                  <a:srgbClr val="E2E6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INITIATIVE</a:t>
            </a:r>
            <a:endParaRPr lang="en-US" sz="104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FairGame Initiative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FairGame Table Tent Cards</dc:title>
  <dc:subject>PptxGenJS Presentation</dc:subject>
  <dc:creator>FairGame Initiative</dc:creator>
  <cp:lastModifiedBy>FairGame Initiative</cp:lastModifiedBy>
  <cp:revision>1</cp:revision>
  <dcterms:created xsi:type="dcterms:W3CDTF">2026-07-28T01:44:39Z</dcterms:created>
  <dcterms:modified xsi:type="dcterms:W3CDTF">2026-07-28T01:44:39Z</dcterms:modified>
</cp:coreProperties>
</file>