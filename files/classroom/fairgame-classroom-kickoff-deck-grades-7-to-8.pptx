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this out loud: everyone in this room is going to do real science this semester. Not a worksheet about science. Real science, with a question nobody in here knows the answer to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back gently on students who propose a topic they already know the answer to. Ask: if you already know what will happen, what are you finding out?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age group responds to the competitive pathway. Mention OAS regional, district, State Science Day, and ISEF as a real ladder, without promising anyone will climb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step in one sentence. Do not go deep here; every step gets its own lesson later. The point of this slide is that the process is finite and knowable.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a physical example of each if you have one from a previous year. Concrete objects reduce anxiety far more than descriptions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your real dates on this slide before you present it. Vague timelines produce vague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students toward a stronger framing. A student testing whether a sports drink grows plants should be asked what that tells us about additives in water, and which agricultural or environmental problem it connects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second point matters most. Students hide bad results because they think results are graded. Say clearly that the process is graded, not the outcome.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 nothing today. Circulate and read over shoulders instead; you will spot the students who need a conversation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fairgame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48495" y="1371600"/>
            <a:ext cx="1920240" cy="2269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1371600"/>
            <a:ext cx="833292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SCIENCE FAIR  |  Grades 7 and 8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03504" y="1874520"/>
            <a:ext cx="85158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YOU ARE</a:t>
            </a:r>
            <a:endParaRPr lang="en-US" sz="6200" dirty="0"/>
          </a:p>
        </p:txBody>
      </p:sp>
      <p:sp>
        <p:nvSpPr>
          <p:cNvPr id="5" name="Text 2"/>
          <p:cNvSpPr/>
          <p:nvPr/>
        </p:nvSpPr>
        <p:spPr>
          <a:xfrm>
            <a:off x="603504" y="2697480"/>
            <a:ext cx="851580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dirty="0">
                <a:solidFill>
                  <a:srgbClr val="6AB86E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A SCIENTIST</a:t>
            </a:r>
            <a:endParaRPr lang="en-US" sz="6200" dirty="0"/>
          </a:p>
        </p:txBody>
      </p:sp>
      <p:sp>
        <p:nvSpPr>
          <p:cNvPr id="6" name="Text 3"/>
          <p:cNvSpPr/>
          <p:nvPr/>
        </p:nvSpPr>
        <p:spPr>
          <a:xfrm>
            <a:off x="658368" y="3703320"/>
            <a:ext cx="833292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827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Designing and running your own investigation.</a:t>
            </a:r>
            <a:endParaRPr lang="en-US" sz="2100" dirty="0"/>
          </a:p>
        </p:txBody>
      </p:sp>
      <p:sp>
        <p:nvSpPr>
          <p:cNvPr id="7" name="Shape 4"/>
          <p:cNvSpPr/>
          <p:nvPr/>
        </p:nvSpPr>
        <p:spPr>
          <a:xfrm>
            <a:off x="658368" y="5806440"/>
            <a:ext cx="10874959" cy="0"/>
          </a:xfrm>
          <a:prstGeom prst="line">
            <a:avLst/>
          </a:prstGeom>
          <a:noFill/>
          <a:ln w="12700">
            <a:solidFill>
              <a:srgbClr val="3A5C3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89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961327" y="5943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9DB89D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Science fairs without barriers.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A SCIENCE FAIR ACTUALLY IS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1087495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 science fair project is an original investigation you design, run, and defend.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58368" y="275234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2752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69748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choose the question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71600" y="302666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from a list. Something you actually want the answer to, narrowed until it is testable.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58368" y="380390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38039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design the method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71600" y="407822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decide the variables, the controls, the number of trials, and how you will measure.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" y="485546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48554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480060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defend the conclusion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371600" y="512978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judge will ask why you believe what you believe. Your data has to carry the answer.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DAY ONE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WHY THIS IS WORTH YOUR TIME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920240"/>
            <a:ext cx="326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 to 5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658368" y="2880360"/>
            <a:ext cx="32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trials minimum, more if your data varies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354" y="1920240"/>
            <a:ext cx="326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14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4283354" y="2880360"/>
            <a:ext cx="32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from question to practice fair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08341" y="1920240"/>
            <a:ext cx="326248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57A38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ISEF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7908341" y="2880360"/>
            <a:ext cx="32624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pathway this leads to, through OAS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" y="4114800"/>
            <a:ext cx="10874959" cy="1417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297680"/>
            <a:ext cx="1032631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57A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HONEST VERSION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32688" y="4590288"/>
            <a:ext cx="1032631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projects that go furthest are not the ones with the most expensive equipment. They are the ones where a student can explain every decision they made and why. That is entirely within your control.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PROCESS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SIX STEPS, START TO FINISH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8308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9536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59536" y="240487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a question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283354" y="178308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4522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484522" y="240487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up what is known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908341" y="178308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09509" y="194767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09509" y="240487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Predict what will happen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8368" y="352044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59536" y="414223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Test it fairly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283354" y="352044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4522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484522" y="414223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Look at your 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908341" y="3520440"/>
            <a:ext cx="3407487" cy="1424635"/>
          </a:xfrm>
          <a:prstGeom prst="rect">
            <a:avLst/>
          </a:prstGeom>
          <a:solidFill>
            <a:srgbClr val="FFFFFF"/>
          </a:solidFill>
          <a:ln w="20320">
            <a:solidFill>
              <a:srgbClr val="6AB8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09509" y="36850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8109509" y="4142232"/>
            <a:ext cx="300515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Tell people what you found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DELIVERABLES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WHAT YOU WILL MAKE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science journal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06654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dated record of everything you do. It stays in this room and I collect it four times.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907792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852928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 experiment you designed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182112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Not a demonstration. A real test with a result nobody can look up.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023360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68496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display board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Three panels telling the story of your work, readable from three feet away.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5138928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5138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084064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short presentation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413248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minutes explaining your project to someone who has never seen it.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TIMELINE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FOURTEEN WEEKS TO THE PRACTICE FAIR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2194560"/>
            <a:ext cx="2528428" cy="50292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1 to 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Topic, testable question, background research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77108" y="2194560"/>
            <a:ext cx="2528428" cy="502920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1" name="Text 9"/>
          <p:cNvSpPr/>
          <p:nvPr/>
        </p:nvSpPr>
        <p:spPr>
          <a:xfrm>
            <a:off x="3377108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4 to 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77108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Hypothesis, design, approval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95848" y="2194560"/>
            <a:ext cx="2528428" cy="50292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4" name="Text 12"/>
          <p:cNvSpPr/>
          <p:nvPr/>
        </p:nvSpPr>
        <p:spPr>
          <a:xfrm>
            <a:off x="6095848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7 to 9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95848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814587" y="2194560"/>
            <a:ext cx="2528428" cy="502920"/>
          </a:xfrm>
          <a:prstGeom prst="rect">
            <a:avLst/>
          </a:prstGeom>
          <a:solidFill>
            <a:srgbClr val="357A38"/>
          </a:solidFill>
          <a:ln/>
        </p:spPr>
      </p:sp>
      <p:sp>
        <p:nvSpPr>
          <p:cNvPr id="17" name="Text 15"/>
          <p:cNvSpPr/>
          <p:nvPr/>
        </p:nvSpPr>
        <p:spPr>
          <a:xfrm>
            <a:off x="8814587" y="2194560"/>
            <a:ext cx="25284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WEEKS 10 to 14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814587" y="2788920"/>
            <a:ext cx="25284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Analysis, report, board, presentation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4434840"/>
            <a:ext cx="10874959" cy="109728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932688" y="4617720"/>
            <a:ext cx="1032631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54F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 collection has to finish before winter break. If your project needs time to observe, such as plant growth or fermentation, you start trials no later than week six.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YOUR FIRST JOB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FINDING YOUR QUESTION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58368" y="1691640"/>
            <a:ext cx="108749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i="1" dirty="0">
                <a:solidFill>
                  <a:srgbClr val="254F25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Before you commit, you should be able to answer two things: why does this matter to me, and who else would care about the result?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58368" y="2606040"/>
            <a:ext cx="3407487" cy="45720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606040"/>
            <a:ext cx="313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START FROM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3200400"/>
            <a:ext cx="313316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problem you run into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Something you already do: a sport, an instrument, cooking, gaming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subject you want to work in one day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83354" y="2606040"/>
            <a:ext cx="3407487" cy="45720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4420514" y="2606040"/>
            <a:ext cx="313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NARROW UNTIL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20514" y="3200400"/>
            <a:ext cx="313316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name one thing you would change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 name the number you would write down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could finish it in a semester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08341" y="2606040"/>
            <a:ext cx="3407487" cy="457200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15" name="Text 13"/>
          <p:cNvSpPr/>
          <p:nvPr/>
        </p:nvSpPr>
        <p:spPr>
          <a:xfrm>
            <a:off x="8045501" y="2606040"/>
            <a:ext cx="31331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TOPICS THAT HAVE WORKED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045501" y="3200400"/>
            <a:ext cx="313316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and pickleball bounce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Surface type and traction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Water additives and plant growth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Noise level and reading comprehension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A1E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Sleep duration and reaction time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C3A1C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108749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0615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GROUND RULES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658368"/>
            <a:ext cx="1087495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C3A1C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FOUR THINGS THAT MATTER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58368" y="1389888"/>
            <a:ext cx="10874959" cy="0"/>
          </a:xfrm>
          <a:prstGeom prst="line">
            <a:avLst/>
          </a:prstGeom>
          <a:noFill/>
          <a:ln w="17780">
            <a:solidFill>
              <a:srgbClr val="6AB8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75727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fairgameinitiative.org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" y="1792224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92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71600" y="1737360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Write it down the day it happens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371600" y="2066544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cannot reconstruct week three during week twelve. The journal only works if it is honest and current.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907792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907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2852928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failed experiment is still a result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371600" y="3182112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If your prediction turns out wrong, you have found something out. That earns full marks here.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8368" y="4023360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" y="40233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371600" y="3968496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You do not need fancy equipment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371600" y="4297680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Rulers, timers, measuring cups, and kitchen scales produce real data. Money is not the variable.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" y="5138928"/>
            <a:ext cx="475488" cy="475488"/>
          </a:xfrm>
          <a:prstGeom prst="ellipse">
            <a:avLst/>
          </a:prstGeom>
          <a:solidFill>
            <a:srgbClr val="1C3A1C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5138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AB86E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371600" y="5084064"/>
            <a:ext cx="1016172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3A1C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Ask before you experiment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371600" y="5413248"/>
            <a:ext cx="10161727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6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project gets a safety check signed by me before anything starts.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3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468880"/>
            <a:ext cx="1087495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6AB86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3504" y="2834640"/>
            <a:ext cx="1087495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START YOUR JOURNAL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658368" y="4023360"/>
            <a:ext cx="858895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DB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Date the first page. Write three questions you would genuinely like answered. Next class we narrow one of them into something testable.</a:t>
            </a:r>
            <a:endParaRPr lang="en-US" sz="1600" dirty="0"/>
          </a:p>
        </p:txBody>
      </p:sp>
      <p:pic>
        <p:nvPicPr>
          <p:cNvPr id="6" name="Image 0" descr="/tmp/fairgame_logo_lea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695" y="2194560"/>
            <a:ext cx="1371600" cy="15757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FairGame Initiative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FairGame Classroom Kickoff, Grades 7 and 8</dc:title>
  <dc:subject>PptxGenJS Presentation</dc:subject>
  <dc:creator>FairGame Initiative</dc:creator>
  <cp:lastModifiedBy>FairGame Initiative</cp:lastModifiedBy>
  <cp:revision>1</cp:revision>
  <dcterms:created xsi:type="dcterms:W3CDTF">2026-07-27T18:42:20Z</dcterms:created>
  <dcterms:modified xsi:type="dcterms:W3CDTF">2026-07-27T18:42:20Z</dcterms:modified>
</cp:coreProperties>
</file>