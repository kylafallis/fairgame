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0058400" cy="15544800"/>
  <p:notesSz cx="155448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3621" y="3108960"/>
            <a:ext cx="88111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WONDER</a:t>
            </a:r>
            <a:endParaRPr lang="en-US" sz="13200" dirty="0"/>
          </a:p>
        </p:txBody>
      </p:sp>
      <p:sp>
        <p:nvSpPr>
          <p:cNvPr id="3" name="Text 1"/>
          <p:cNvSpPr/>
          <p:nvPr/>
        </p:nvSpPr>
        <p:spPr>
          <a:xfrm>
            <a:off x="623621" y="6062472"/>
            <a:ext cx="88111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0" dirty="0">
                <a:solidFill>
                  <a:srgbClr val="6AB86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WALL</a:t>
            </a:r>
            <a:endParaRPr lang="en-US" sz="13200" dirty="0"/>
          </a:p>
        </p:txBody>
      </p:sp>
      <p:sp>
        <p:nvSpPr>
          <p:cNvPr id="4" name="Text 2"/>
          <p:cNvSpPr/>
          <p:nvPr/>
        </p:nvSpPr>
        <p:spPr>
          <a:xfrm>
            <a:off x="623621" y="9326880"/>
            <a:ext cx="881115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50" i="1" dirty="0">
                <a:solidFill>
                  <a:srgbClr val="E8827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do you wonder about?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23621" y="10570464"/>
            <a:ext cx="88111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5" dirty="0">
                <a:solidFill>
                  <a:srgbClr val="B9CD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Write a question. Pin it up. Any question counts.</a:t>
            </a:r>
            <a:endParaRPr lang="en-US" sz="1485" dirty="0"/>
          </a:p>
        </p:txBody>
      </p:sp>
      <p:pic>
        <p:nvPicPr>
          <p:cNvPr id="6" name="Image 0" descr="/tmp/fairgame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3944" y="11736324"/>
            <a:ext cx="1810512" cy="16343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00" cy="2020824"/>
          </a:xfrm>
          <a:prstGeom prst="rect">
            <a:avLst/>
          </a:prstGeom>
          <a:solidFill>
            <a:srgbClr val="1C3A1C"/>
          </a:solidFill>
          <a:ln/>
        </p:spPr>
      </p:sp>
      <p:pic>
        <p:nvPicPr>
          <p:cNvPr id="3" name="Image 0" descr="/tmp/fairgame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4013" y="525414"/>
            <a:ext cx="541759" cy="8891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621" y="323332"/>
            <a:ext cx="8269399" cy="32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5" b="1" spc="352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WONDER WALL</a:t>
            </a:r>
            <a:endParaRPr lang="en-US" sz="1705" dirty="0"/>
          </a:p>
        </p:txBody>
      </p:sp>
      <p:sp>
        <p:nvSpPr>
          <p:cNvPr id="5" name="Text 2"/>
          <p:cNvSpPr/>
          <p:nvPr/>
        </p:nvSpPr>
        <p:spPr>
          <a:xfrm>
            <a:off x="563270" y="666872"/>
            <a:ext cx="8540279" cy="125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2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QUESTION CARDS</a:t>
            </a:r>
            <a:endParaRPr lang="en-US" sz="6820" dirty="0"/>
          </a:p>
        </p:txBody>
      </p:sp>
      <p:sp>
        <p:nvSpPr>
          <p:cNvPr id="6" name="Text 3"/>
          <p:cNvSpPr/>
          <p:nvPr/>
        </p:nvSpPr>
        <p:spPr>
          <a:xfrm>
            <a:off x="623621" y="2238451"/>
            <a:ext cx="881115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2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Print, cut along the lines, and keep a stack near the wall. Students fill one in whenever a question occurs to them.</a:t>
            </a:r>
            <a:endParaRPr lang="en-US" sz="1232" dirty="0"/>
          </a:p>
        </p:txBody>
      </p:sp>
      <p:sp>
        <p:nvSpPr>
          <p:cNvPr id="7" name="Shape 4"/>
          <p:cNvSpPr/>
          <p:nvPr/>
        </p:nvSpPr>
        <p:spPr>
          <a:xfrm>
            <a:off x="755788" y="3022492"/>
            <a:ext cx="4141244" cy="2640673"/>
          </a:xfrm>
          <a:prstGeom prst="rect">
            <a:avLst/>
          </a:prstGeom>
          <a:solidFill>
            <a:srgbClr val="FFFFFF"/>
          </a:solidFill>
          <a:ln w="16764">
            <a:solidFill>
              <a:srgbClr val="6AB8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0123" y="3257219"/>
            <a:ext cx="3524463" cy="469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spc="154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WONDER...</a:t>
            </a:r>
            <a:endParaRPr lang="en-US" sz="1210" dirty="0"/>
          </a:p>
        </p:txBody>
      </p:sp>
      <p:sp>
        <p:nvSpPr>
          <p:cNvPr id="9" name="Shape 6"/>
          <p:cNvSpPr/>
          <p:nvPr/>
        </p:nvSpPr>
        <p:spPr>
          <a:xfrm>
            <a:off x="1020123" y="3932057"/>
            <a:ext cx="3524463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20123" y="4430851"/>
            <a:ext cx="3524463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0123" y="4929645"/>
            <a:ext cx="3524463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0123" y="5105690"/>
            <a:ext cx="3524463" cy="352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Name: ______________</a:t>
            </a:r>
            <a:endParaRPr lang="en-US" sz="1045" dirty="0"/>
          </a:p>
        </p:txBody>
      </p:sp>
      <p:sp>
        <p:nvSpPr>
          <p:cNvPr id="13" name="Shape 10"/>
          <p:cNvSpPr/>
          <p:nvPr/>
        </p:nvSpPr>
        <p:spPr>
          <a:xfrm>
            <a:off x="5161367" y="3022492"/>
            <a:ext cx="4141244" cy="2640673"/>
          </a:xfrm>
          <a:prstGeom prst="rect">
            <a:avLst/>
          </a:prstGeom>
          <a:solidFill>
            <a:srgbClr val="FFFFFF"/>
          </a:solidFill>
          <a:ln w="16764">
            <a:solidFill>
              <a:srgbClr val="6AB8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25702" y="3257219"/>
            <a:ext cx="3524463" cy="469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spc="154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WONDER...</a:t>
            </a:r>
            <a:endParaRPr lang="en-US" sz="1210" dirty="0"/>
          </a:p>
        </p:txBody>
      </p:sp>
      <p:sp>
        <p:nvSpPr>
          <p:cNvPr id="15" name="Shape 12"/>
          <p:cNvSpPr/>
          <p:nvPr/>
        </p:nvSpPr>
        <p:spPr>
          <a:xfrm>
            <a:off x="5425702" y="3932057"/>
            <a:ext cx="3524463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25702" y="4430851"/>
            <a:ext cx="3524463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25702" y="4929645"/>
            <a:ext cx="3524463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25702" y="5105690"/>
            <a:ext cx="3524463" cy="352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Name: ______________</a:t>
            </a:r>
            <a:endParaRPr lang="en-US" sz="1045" dirty="0"/>
          </a:p>
        </p:txBody>
      </p:sp>
      <p:sp>
        <p:nvSpPr>
          <p:cNvPr id="19" name="Shape 16"/>
          <p:cNvSpPr/>
          <p:nvPr/>
        </p:nvSpPr>
        <p:spPr>
          <a:xfrm>
            <a:off x="755788" y="5956573"/>
            <a:ext cx="4141244" cy="2640673"/>
          </a:xfrm>
          <a:prstGeom prst="rect">
            <a:avLst/>
          </a:prstGeom>
          <a:solidFill>
            <a:srgbClr val="FFFFFF"/>
          </a:solidFill>
          <a:ln w="16764">
            <a:solidFill>
              <a:srgbClr val="6AB8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20123" y="6191300"/>
            <a:ext cx="3524463" cy="469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spc="154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WONDER...</a:t>
            </a:r>
            <a:endParaRPr lang="en-US" sz="1210" dirty="0"/>
          </a:p>
        </p:txBody>
      </p:sp>
      <p:sp>
        <p:nvSpPr>
          <p:cNvPr id="21" name="Shape 18"/>
          <p:cNvSpPr/>
          <p:nvPr/>
        </p:nvSpPr>
        <p:spPr>
          <a:xfrm>
            <a:off x="1020123" y="6866138"/>
            <a:ext cx="3524463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20123" y="7364932"/>
            <a:ext cx="3524463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20123" y="7863726"/>
            <a:ext cx="3524463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20123" y="8039771"/>
            <a:ext cx="3524463" cy="352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Name: ______________</a:t>
            </a:r>
            <a:endParaRPr lang="en-US" sz="1045" dirty="0"/>
          </a:p>
        </p:txBody>
      </p:sp>
      <p:sp>
        <p:nvSpPr>
          <p:cNvPr id="25" name="Shape 22"/>
          <p:cNvSpPr/>
          <p:nvPr/>
        </p:nvSpPr>
        <p:spPr>
          <a:xfrm>
            <a:off x="5161367" y="5956573"/>
            <a:ext cx="4141244" cy="2640673"/>
          </a:xfrm>
          <a:prstGeom prst="rect">
            <a:avLst/>
          </a:prstGeom>
          <a:solidFill>
            <a:srgbClr val="FFFFFF"/>
          </a:solidFill>
          <a:ln w="16764">
            <a:solidFill>
              <a:srgbClr val="6AB86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25702" y="6191300"/>
            <a:ext cx="3524463" cy="469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spc="154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WONDER...</a:t>
            </a:r>
            <a:endParaRPr lang="en-US" sz="1210" dirty="0"/>
          </a:p>
        </p:txBody>
      </p:sp>
      <p:sp>
        <p:nvSpPr>
          <p:cNvPr id="27" name="Shape 24"/>
          <p:cNvSpPr/>
          <p:nvPr/>
        </p:nvSpPr>
        <p:spPr>
          <a:xfrm>
            <a:off x="5425702" y="6866138"/>
            <a:ext cx="3524463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25702" y="7364932"/>
            <a:ext cx="3524463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425702" y="7863726"/>
            <a:ext cx="3524463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25702" y="8039771"/>
            <a:ext cx="3524463" cy="352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Name: ______________</a:t>
            </a:r>
            <a:endParaRPr lang="en-US" sz="1045" dirty="0"/>
          </a:p>
        </p:txBody>
      </p:sp>
      <p:sp>
        <p:nvSpPr>
          <p:cNvPr id="31" name="Shape 28"/>
          <p:cNvSpPr/>
          <p:nvPr/>
        </p:nvSpPr>
        <p:spPr>
          <a:xfrm>
            <a:off x="755788" y="8890654"/>
            <a:ext cx="4141244" cy="2640673"/>
          </a:xfrm>
          <a:prstGeom prst="rect">
            <a:avLst/>
          </a:prstGeom>
          <a:solidFill>
            <a:srgbClr val="FFFFFF"/>
          </a:solidFill>
          <a:ln w="16764">
            <a:solidFill>
              <a:srgbClr val="6AB86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20123" y="9125381"/>
            <a:ext cx="3524463" cy="469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spc="154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WONDER...</a:t>
            </a:r>
            <a:endParaRPr lang="en-US" sz="1210" dirty="0"/>
          </a:p>
        </p:txBody>
      </p:sp>
      <p:sp>
        <p:nvSpPr>
          <p:cNvPr id="33" name="Shape 30"/>
          <p:cNvSpPr/>
          <p:nvPr/>
        </p:nvSpPr>
        <p:spPr>
          <a:xfrm>
            <a:off x="1020123" y="9800219"/>
            <a:ext cx="3524463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20123" y="10299013"/>
            <a:ext cx="3524463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020123" y="10797807"/>
            <a:ext cx="3524463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20123" y="10973852"/>
            <a:ext cx="3524463" cy="352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Name: ______________</a:t>
            </a:r>
            <a:endParaRPr lang="en-US" sz="1045" dirty="0"/>
          </a:p>
        </p:txBody>
      </p:sp>
      <p:sp>
        <p:nvSpPr>
          <p:cNvPr id="37" name="Shape 34"/>
          <p:cNvSpPr/>
          <p:nvPr/>
        </p:nvSpPr>
        <p:spPr>
          <a:xfrm>
            <a:off x="5161367" y="8890654"/>
            <a:ext cx="4141244" cy="2640673"/>
          </a:xfrm>
          <a:prstGeom prst="rect">
            <a:avLst/>
          </a:prstGeom>
          <a:solidFill>
            <a:srgbClr val="FFFFFF"/>
          </a:solidFill>
          <a:ln w="16764">
            <a:solidFill>
              <a:srgbClr val="6AB86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25702" y="9125381"/>
            <a:ext cx="3524463" cy="469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spc="154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WONDER...</a:t>
            </a:r>
            <a:endParaRPr lang="en-US" sz="1210" dirty="0"/>
          </a:p>
        </p:txBody>
      </p:sp>
      <p:sp>
        <p:nvSpPr>
          <p:cNvPr id="39" name="Shape 36"/>
          <p:cNvSpPr/>
          <p:nvPr/>
        </p:nvSpPr>
        <p:spPr>
          <a:xfrm>
            <a:off x="5425702" y="9800219"/>
            <a:ext cx="3524463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425702" y="10299013"/>
            <a:ext cx="3524463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425702" y="10797807"/>
            <a:ext cx="3524463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425702" y="10973852"/>
            <a:ext cx="3524463" cy="352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Name: ______________</a:t>
            </a:r>
            <a:endParaRPr lang="en-US" sz="1045" dirty="0"/>
          </a:p>
        </p:txBody>
      </p:sp>
      <p:sp>
        <p:nvSpPr>
          <p:cNvPr id="43" name="Shape 40"/>
          <p:cNvSpPr/>
          <p:nvPr/>
        </p:nvSpPr>
        <p:spPr>
          <a:xfrm>
            <a:off x="755788" y="11824735"/>
            <a:ext cx="4141244" cy="2640673"/>
          </a:xfrm>
          <a:prstGeom prst="rect">
            <a:avLst/>
          </a:prstGeom>
          <a:solidFill>
            <a:srgbClr val="FFFFFF"/>
          </a:solidFill>
          <a:ln w="16764">
            <a:solidFill>
              <a:srgbClr val="6AB86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20123" y="12059462"/>
            <a:ext cx="3524463" cy="469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spc="154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WONDER...</a:t>
            </a:r>
            <a:endParaRPr lang="en-US" sz="1210" dirty="0"/>
          </a:p>
        </p:txBody>
      </p:sp>
      <p:sp>
        <p:nvSpPr>
          <p:cNvPr id="45" name="Shape 42"/>
          <p:cNvSpPr/>
          <p:nvPr/>
        </p:nvSpPr>
        <p:spPr>
          <a:xfrm>
            <a:off x="1020123" y="12734300"/>
            <a:ext cx="3524463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020123" y="13233094"/>
            <a:ext cx="3524463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020123" y="13731888"/>
            <a:ext cx="3524463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20123" y="13907933"/>
            <a:ext cx="3524463" cy="352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Name: ______________</a:t>
            </a:r>
            <a:endParaRPr lang="en-US" sz="1045" dirty="0"/>
          </a:p>
        </p:txBody>
      </p:sp>
      <p:sp>
        <p:nvSpPr>
          <p:cNvPr id="49" name="Shape 46"/>
          <p:cNvSpPr/>
          <p:nvPr/>
        </p:nvSpPr>
        <p:spPr>
          <a:xfrm>
            <a:off x="5161367" y="11824735"/>
            <a:ext cx="4141244" cy="2640673"/>
          </a:xfrm>
          <a:prstGeom prst="rect">
            <a:avLst/>
          </a:prstGeom>
          <a:solidFill>
            <a:srgbClr val="FFFFFF"/>
          </a:solidFill>
          <a:ln w="16764">
            <a:solidFill>
              <a:srgbClr val="6AB86E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425702" y="12059462"/>
            <a:ext cx="3524463" cy="469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spc="154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WONDER...</a:t>
            </a:r>
            <a:endParaRPr lang="en-US" sz="1210" dirty="0"/>
          </a:p>
        </p:txBody>
      </p:sp>
      <p:sp>
        <p:nvSpPr>
          <p:cNvPr id="51" name="Shape 48"/>
          <p:cNvSpPr/>
          <p:nvPr/>
        </p:nvSpPr>
        <p:spPr>
          <a:xfrm>
            <a:off x="5425702" y="12734300"/>
            <a:ext cx="3524463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5425702" y="13233094"/>
            <a:ext cx="3524463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425702" y="13731888"/>
            <a:ext cx="3524463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425702" y="13907933"/>
            <a:ext cx="3524463" cy="352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Name: ______________</a:t>
            </a:r>
            <a:endParaRPr lang="en-US" sz="1045" dirty="0"/>
          </a:p>
        </p:txBody>
      </p:sp>
      <p:sp>
        <p:nvSpPr>
          <p:cNvPr id="55" name="Shape 52"/>
          <p:cNvSpPr/>
          <p:nvPr/>
        </p:nvSpPr>
        <p:spPr>
          <a:xfrm>
            <a:off x="623621" y="14845284"/>
            <a:ext cx="8811158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23621" y="14923008"/>
            <a:ext cx="5286695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6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Initiative  |  Wonder Wall question cards</a:t>
            </a:r>
            <a:endParaRPr lang="en-US" sz="946" dirty="0"/>
          </a:p>
        </p:txBody>
      </p:sp>
      <p:sp>
        <p:nvSpPr>
          <p:cNvPr id="57" name="Text 54"/>
          <p:cNvSpPr/>
          <p:nvPr/>
        </p:nvSpPr>
        <p:spPr>
          <a:xfrm>
            <a:off x="5910316" y="14923008"/>
            <a:ext cx="3524463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46" i="1" dirty="0">
                <a:solidFill>
                  <a:srgbClr val="E061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Science fairs without barriers.</a:t>
            </a:r>
            <a:endParaRPr lang="en-US" sz="94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00" cy="2020824"/>
          </a:xfrm>
          <a:prstGeom prst="rect">
            <a:avLst/>
          </a:prstGeom>
          <a:solidFill>
            <a:srgbClr val="1C3A1C"/>
          </a:solidFill>
          <a:ln/>
        </p:spPr>
      </p:sp>
      <p:pic>
        <p:nvPicPr>
          <p:cNvPr id="3" name="Image 0" descr="/tmp/fairgame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4013" y="525414"/>
            <a:ext cx="541759" cy="8891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621" y="323332"/>
            <a:ext cx="8269399" cy="32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5" b="1" spc="352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WONDER WALL</a:t>
            </a:r>
            <a:endParaRPr lang="en-US" sz="1705" dirty="0"/>
          </a:p>
        </p:txBody>
      </p:sp>
      <p:sp>
        <p:nvSpPr>
          <p:cNvPr id="5" name="Text 2"/>
          <p:cNvSpPr/>
          <p:nvPr/>
        </p:nvSpPr>
        <p:spPr>
          <a:xfrm>
            <a:off x="563270" y="666872"/>
            <a:ext cx="8540279" cy="125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2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HOW TO RUN IT</a:t>
            </a:r>
            <a:endParaRPr lang="en-US" sz="6820" dirty="0"/>
          </a:p>
        </p:txBody>
      </p:sp>
      <p:sp>
        <p:nvSpPr>
          <p:cNvPr id="6" name="Shape 3"/>
          <p:cNvSpPr/>
          <p:nvPr/>
        </p:nvSpPr>
        <p:spPr>
          <a:xfrm>
            <a:off x="623621" y="2815785"/>
            <a:ext cx="422453" cy="422453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7" name="Text 4"/>
          <p:cNvSpPr/>
          <p:nvPr/>
        </p:nvSpPr>
        <p:spPr>
          <a:xfrm>
            <a:off x="623621" y="2815785"/>
            <a:ext cx="422453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1760" dirty="0"/>
          </a:p>
        </p:txBody>
      </p:sp>
      <p:sp>
        <p:nvSpPr>
          <p:cNvPr id="8" name="Text 5"/>
          <p:cNvSpPr/>
          <p:nvPr/>
        </p:nvSpPr>
        <p:spPr>
          <a:xfrm>
            <a:off x="1247242" y="2674949"/>
            <a:ext cx="8187538" cy="704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95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Put it up before the unit starts</a:t>
            </a:r>
            <a:endParaRPr lang="en-US" sz="1595" dirty="0"/>
          </a:p>
        </p:txBody>
      </p:sp>
      <p:sp>
        <p:nvSpPr>
          <p:cNvPr id="9" name="Text 6"/>
          <p:cNvSpPr/>
          <p:nvPr/>
        </p:nvSpPr>
        <p:spPr>
          <a:xfrm>
            <a:off x="1247242" y="3379129"/>
            <a:ext cx="8187538" cy="1220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 the header and an empty grid of cards a week before you introduce the science fair. Curiosity builds when nothing is being graded yet.</a:t>
            </a:r>
            <a:endParaRPr lang="en-US" sz="1265" dirty="0"/>
          </a:p>
        </p:txBody>
      </p:sp>
      <p:sp>
        <p:nvSpPr>
          <p:cNvPr id="10" name="Shape 7"/>
          <p:cNvSpPr/>
          <p:nvPr/>
        </p:nvSpPr>
        <p:spPr>
          <a:xfrm>
            <a:off x="623621" y="5163050"/>
            <a:ext cx="422453" cy="422453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11" name="Text 8"/>
          <p:cNvSpPr/>
          <p:nvPr/>
        </p:nvSpPr>
        <p:spPr>
          <a:xfrm>
            <a:off x="623621" y="5163050"/>
            <a:ext cx="422453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1760" dirty="0"/>
          </a:p>
        </p:txBody>
      </p:sp>
      <p:sp>
        <p:nvSpPr>
          <p:cNvPr id="12" name="Text 9"/>
          <p:cNvSpPr/>
          <p:nvPr/>
        </p:nvSpPr>
        <p:spPr>
          <a:xfrm>
            <a:off x="1247242" y="5022214"/>
            <a:ext cx="8187538" cy="704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95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Accept every question</a:t>
            </a:r>
            <a:endParaRPr lang="en-US" sz="1595" dirty="0"/>
          </a:p>
        </p:txBody>
      </p:sp>
      <p:sp>
        <p:nvSpPr>
          <p:cNvPr id="13" name="Text 10"/>
          <p:cNvSpPr/>
          <p:nvPr/>
        </p:nvSpPr>
        <p:spPr>
          <a:xfrm>
            <a:off x="1247242" y="5726393"/>
            <a:ext cx="8187538" cy="1220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question about video games belongs on the wall next to one about photosynthesis. Narrowing comes later, and it comes from the student.</a:t>
            </a:r>
            <a:endParaRPr lang="en-US" sz="1265" dirty="0"/>
          </a:p>
        </p:txBody>
      </p:sp>
      <p:sp>
        <p:nvSpPr>
          <p:cNvPr id="14" name="Shape 11"/>
          <p:cNvSpPr/>
          <p:nvPr/>
        </p:nvSpPr>
        <p:spPr>
          <a:xfrm>
            <a:off x="623621" y="7510315"/>
            <a:ext cx="422453" cy="422453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15" name="Text 12"/>
          <p:cNvSpPr/>
          <p:nvPr/>
        </p:nvSpPr>
        <p:spPr>
          <a:xfrm>
            <a:off x="623621" y="7510315"/>
            <a:ext cx="422453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1760" dirty="0"/>
          </a:p>
        </p:txBody>
      </p:sp>
      <p:sp>
        <p:nvSpPr>
          <p:cNvPr id="16" name="Text 13"/>
          <p:cNvSpPr/>
          <p:nvPr/>
        </p:nvSpPr>
        <p:spPr>
          <a:xfrm>
            <a:off x="1247242" y="7369479"/>
            <a:ext cx="8187538" cy="704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95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 a few aloud each week</a:t>
            </a:r>
            <a:endParaRPr lang="en-US" sz="1595" dirty="0"/>
          </a:p>
        </p:txBody>
      </p:sp>
      <p:sp>
        <p:nvSpPr>
          <p:cNvPr id="17" name="Text 14"/>
          <p:cNvSpPr/>
          <p:nvPr/>
        </p:nvSpPr>
        <p:spPr>
          <a:xfrm>
            <a:off x="1247242" y="8073658"/>
            <a:ext cx="8187538" cy="1220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 minutes at the start of class. Ask the room how someone might test one of them.</a:t>
            </a:r>
            <a:endParaRPr lang="en-US" sz="1265" dirty="0"/>
          </a:p>
        </p:txBody>
      </p:sp>
      <p:sp>
        <p:nvSpPr>
          <p:cNvPr id="18" name="Shape 15"/>
          <p:cNvSpPr/>
          <p:nvPr/>
        </p:nvSpPr>
        <p:spPr>
          <a:xfrm>
            <a:off x="623621" y="9857579"/>
            <a:ext cx="422453" cy="422453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19" name="Text 16"/>
          <p:cNvSpPr/>
          <p:nvPr/>
        </p:nvSpPr>
        <p:spPr>
          <a:xfrm>
            <a:off x="623621" y="9857579"/>
            <a:ext cx="422453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1760" dirty="0"/>
          </a:p>
        </p:txBody>
      </p:sp>
      <p:sp>
        <p:nvSpPr>
          <p:cNvPr id="20" name="Text 17"/>
          <p:cNvSpPr/>
          <p:nvPr/>
        </p:nvSpPr>
        <p:spPr>
          <a:xfrm>
            <a:off x="1247242" y="9716744"/>
            <a:ext cx="8187538" cy="704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95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Mine the wall at topic selection</a:t>
            </a:r>
            <a:endParaRPr lang="en-US" sz="1595" dirty="0"/>
          </a:p>
        </p:txBody>
      </p:sp>
      <p:sp>
        <p:nvSpPr>
          <p:cNvPr id="21" name="Text 18"/>
          <p:cNvSpPr/>
          <p:nvPr/>
        </p:nvSpPr>
        <p:spPr>
          <a:xfrm>
            <a:off x="1247242" y="10420923"/>
            <a:ext cx="8187538" cy="1220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students choose projects, send them to the wall first. Most will find their own handwriting there.</a:t>
            </a:r>
            <a:endParaRPr lang="en-US" sz="1265" dirty="0"/>
          </a:p>
        </p:txBody>
      </p:sp>
      <p:sp>
        <p:nvSpPr>
          <p:cNvPr id="22" name="Shape 19"/>
          <p:cNvSpPr/>
          <p:nvPr/>
        </p:nvSpPr>
        <p:spPr>
          <a:xfrm>
            <a:off x="623621" y="12204844"/>
            <a:ext cx="422453" cy="422453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23" name="Text 20"/>
          <p:cNvSpPr/>
          <p:nvPr/>
        </p:nvSpPr>
        <p:spPr>
          <a:xfrm>
            <a:off x="623621" y="12204844"/>
            <a:ext cx="422453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</a:t>
            </a:r>
            <a:endParaRPr lang="en-US" sz="1760" dirty="0"/>
          </a:p>
        </p:txBody>
      </p:sp>
      <p:sp>
        <p:nvSpPr>
          <p:cNvPr id="24" name="Text 21"/>
          <p:cNvSpPr/>
          <p:nvPr/>
        </p:nvSpPr>
        <p:spPr>
          <a:xfrm>
            <a:off x="1247242" y="12064008"/>
            <a:ext cx="8187538" cy="704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95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Leave it up all semester</a:t>
            </a:r>
            <a:endParaRPr lang="en-US" sz="1595" dirty="0"/>
          </a:p>
        </p:txBody>
      </p:sp>
      <p:sp>
        <p:nvSpPr>
          <p:cNvPr id="25" name="Text 22"/>
          <p:cNvSpPr/>
          <p:nvPr/>
        </p:nvSpPr>
        <p:spPr>
          <a:xfrm>
            <a:off x="1247242" y="12768188"/>
            <a:ext cx="8187538" cy="1220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Move answered questions to a separate section. Students see their own thinking develop.</a:t>
            </a:r>
            <a:endParaRPr lang="en-US" sz="1265" dirty="0"/>
          </a:p>
        </p:txBody>
      </p:sp>
      <p:sp>
        <p:nvSpPr>
          <p:cNvPr id="26" name="Shape 23"/>
          <p:cNvSpPr/>
          <p:nvPr/>
        </p:nvSpPr>
        <p:spPr>
          <a:xfrm>
            <a:off x="623621" y="14845284"/>
            <a:ext cx="8811158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3621" y="14923008"/>
            <a:ext cx="5286695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6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Initiative  |  Wonder Wall teacher guide</a:t>
            </a:r>
            <a:endParaRPr lang="en-US" sz="946" dirty="0"/>
          </a:p>
        </p:txBody>
      </p:sp>
      <p:sp>
        <p:nvSpPr>
          <p:cNvPr id="28" name="Text 25"/>
          <p:cNvSpPr/>
          <p:nvPr/>
        </p:nvSpPr>
        <p:spPr>
          <a:xfrm>
            <a:off x="5910316" y="14923008"/>
            <a:ext cx="3524463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46" i="1" dirty="0">
                <a:solidFill>
                  <a:srgbClr val="E061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Science fairs without barriers.</a:t>
            </a:r>
            <a:endParaRPr lang="en-US" sz="94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FairGame Initiative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FairGame Wonder Wall Template</dc:title>
  <dc:subject>PptxGenJS Presentation</dc:subject>
  <dc:creator>FairGame Initiative</dc:creator>
  <cp:lastModifiedBy>FairGame Initiative</cp:lastModifiedBy>
  <cp:revision>1</cp:revision>
  <dcterms:created xsi:type="dcterms:W3CDTF">2026-07-27T18:40:27Z</dcterms:created>
  <dcterms:modified xsi:type="dcterms:W3CDTF">2026-07-27T18:40:27Z</dcterms:modified>
</cp:coreProperties>
</file>