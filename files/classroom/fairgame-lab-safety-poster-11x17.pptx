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058400" cy="15544800"/>
  <p:notesSz cx="15544800" cy="10058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058400" cy="2642616"/>
          </a:xfrm>
          <a:prstGeom prst="rect">
            <a:avLst/>
          </a:prstGeom>
          <a:solidFill>
            <a:srgbClr val="1C3A1C"/>
          </a:solidFill>
          <a:ln/>
        </p:spPr>
      </p:sp>
      <p:pic>
        <p:nvPicPr>
          <p:cNvPr id="3" name="Image 0" descr="/tmp/fairgame_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97317" y="687080"/>
            <a:ext cx="708455" cy="11627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3621" y="422819"/>
            <a:ext cx="8102704" cy="4228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5" b="1" spc="352" kern="0" dirty="0">
                <a:solidFill>
                  <a:srgbClr val="6AB8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CLASSROOM POSTER</a:t>
            </a:r>
            <a:endParaRPr lang="en-US" sz="1705" dirty="0"/>
          </a:p>
        </p:txBody>
      </p:sp>
      <p:sp>
        <p:nvSpPr>
          <p:cNvPr id="5" name="Text 2"/>
          <p:cNvSpPr/>
          <p:nvPr/>
        </p:nvSpPr>
        <p:spPr>
          <a:xfrm>
            <a:off x="563270" y="872063"/>
            <a:ext cx="8456931" cy="8192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89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LAB SAFETY</a:t>
            </a:r>
            <a:endParaRPr lang="en-US" sz="5289" dirty="0"/>
          </a:p>
        </p:txBody>
      </p:sp>
      <p:sp>
        <p:nvSpPr>
          <p:cNvPr id="6" name="Text 3"/>
          <p:cNvSpPr/>
          <p:nvPr/>
        </p:nvSpPr>
        <p:spPr>
          <a:xfrm>
            <a:off x="563270" y="1691274"/>
            <a:ext cx="8456931" cy="8192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89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RULES</a:t>
            </a:r>
            <a:endParaRPr lang="en-US" sz="5289" dirty="0"/>
          </a:p>
        </p:txBody>
      </p:sp>
      <p:sp>
        <p:nvSpPr>
          <p:cNvPr id="7" name="Shape 4"/>
          <p:cNvSpPr/>
          <p:nvPr/>
        </p:nvSpPr>
        <p:spPr>
          <a:xfrm>
            <a:off x="623621" y="3077870"/>
            <a:ext cx="8811158" cy="816102"/>
          </a:xfrm>
          <a:prstGeom prst="rect">
            <a:avLst/>
          </a:prstGeom>
          <a:solidFill>
            <a:srgbClr val="F1FAF2"/>
          </a:solidFill>
          <a:ln/>
        </p:spPr>
      </p:sp>
      <p:sp>
        <p:nvSpPr>
          <p:cNvPr id="8" name="Shape 5"/>
          <p:cNvSpPr/>
          <p:nvPr/>
        </p:nvSpPr>
        <p:spPr>
          <a:xfrm>
            <a:off x="782222" y="3322701"/>
            <a:ext cx="211226" cy="211226"/>
          </a:xfrm>
          <a:prstGeom prst="rect">
            <a:avLst/>
          </a:prstGeom>
          <a:solidFill>
            <a:srgbClr val="6AB86E"/>
          </a:solidFill>
          <a:ln/>
        </p:spPr>
      </p:sp>
      <p:sp>
        <p:nvSpPr>
          <p:cNvPr id="9" name="Text 6"/>
          <p:cNvSpPr/>
          <p:nvPr/>
        </p:nvSpPr>
        <p:spPr>
          <a:xfrm>
            <a:off x="1134668" y="3159481"/>
            <a:ext cx="2907682" cy="6528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95" b="1" dirty="0">
                <a:solidFill>
                  <a:srgbClr val="1C3A1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Get approval first</a:t>
            </a:r>
            <a:endParaRPr lang="en-US" sz="1595" dirty="0"/>
          </a:p>
        </p:txBody>
      </p:sp>
      <p:sp>
        <p:nvSpPr>
          <p:cNvPr id="10" name="Text 7"/>
          <p:cNvSpPr/>
          <p:nvPr/>
        </p:nvSpPr>
        <p:spPr>
          <a:xfrm>
            <a:off x="4148084" y="3159481"/>
            <a:ext cx="5110472" cy="6528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experiment starts before your teacher signs your safety check form.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782222" y="4138803"/>
            <a:ext cx="211226" cy="211226"/>
          </a:xfrm>
          <a:prstGeom prst="rect">
            <a:avLst/>
          </a:prstGeom>
          <a:solidFill>
            <a:srgbClr val="6AB86E"/>
          </a:solidFill>
          <a:ln/>
        </p:spPr>
      </p:sp>
      <p:sp>
        <p:nvSpPr>
          <p:cNvPr id="12" name="Text 9"/>
          <p:cNvSpPr/>
          <p:nvPr/>
        </p:nvSpPr>
        <p:spPr>
          <a:xfrm>
            <a:off x="1134668" y="3975583"/>
            <a:ext cx="2907682" cy="6528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95" b="1" dirty="0">
                <a:solidFill>
                  <a:srgbClr val="1C3A1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Dress for the work</a:t>
            </a:r>
            <a:endParaRPr lang="en-US" sz="1595" dirty="0"/>
          </a:p>
        </p:txBody>
      </p:sp>
      <p:sp>
        <p:nvSpPr>
          <p:cNvPr id="13" name="Text 10"/>
          <p:cNvSpPr/>
          <p:nvPr/>
        </p:nvSpPr>
        <p:spPr>
          <a:xfrm>
            <a:off x="4148084" y="3975583"/>
            <a:ext cx="5110472" cy="6528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Tie back long hair, wear closed shoes, and put on goggles when anything could splash.</a:t>
            </a:r>
            <a:endParaRPr lang="en-US" sz="1320" dirty="0"/>
          </a:p>
        </p:txBody>
      </p:sp>
      <p:sp>
        <p:nvSpPr>
          <p:cNvPr id="14" name="Shape 11"/>
          <p:cNvSpPr/>
          <p:nvPr/>
        </p:nvSpPr>
        <p:spPr>
          <a:xfrm>
            <a:off x="623621" y="4710074"/>
            <a:ext cx="8811158" cy="816102"/>
          </a:xfrm>
          <a:prstGeom prst="rect">
            <a:avLst/>
          </a:prstGeom>
          <a:solidFill>
            <a:srgbClr val="F1FAF2"/>
          </a:solidFill>
          <a:ln/>
        </p:spPr>
      </p:sp>
      <p:sp>
        <p:nvSpPr>
          <p:cNvPr id="15" name="Shape 12"/>
          <p:cNvSpPr/>
          <p:nvPr/>
        </p:nvSpPr>
        <p:spPr>
          <a:xfrm>
            <a:off x="782222" y="4954905"/>
            <a:ext cx="211226" cy="211226"/>
          </a:xfrm>
          <a:prstGeom prst="rect">
            <a:avLst/>
          </a:prstGeom>
          <a:solidFill>
            <a:srgbClr val="6AB86E"/>
          </a:solidFill>
          <a:ln/>
        </p:spPr>
      </p:sp>
      <p:sp>
        <p:nvSpPr>
          <p:cNvPr id="16" name="Text 13"/>
          <p:cNvSpPr/>
          <p:nvPr/>
        </p:nvSpPr>
        <p:spPr>
          <a:xfrm>
            <a:off x="1134668" y="4791685"/>
            <a:ext cx="2907682" cy="6528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95" b="1" dirty="0">
                <a:solidFill>
                  <a:srgbClr val="1C3A1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Know where things are</a:t>
            </a:r>
            <a:endParaRPr lang="en-US" sz="1595" dirty="0"/>
          </a:p>
        </p:txBody>
      </p:sp>
      <p:sp>
        <p:nvSpPr>
          <p:cNvPr id="17" name="Text 14"/>
          <p:cNvSpPr/>
          <p:nvPr/>
        </p:nvSpPr>
        <p:spPr>
          <a:xfrm>
            <a:off x="4148084" y="4791685"/>
            <a:ext cx="5110472" cy="6528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Find the first aid kit, the sink, and the exit before you begin.</a:t>
            </a:r>
            <a:endParaRPr lang="en-US" sz="1320" dirty="0"/>
          </a:p>
        </p:txBody>
      </p:sp>
      <p:sp>
        <p:nvSpPr>
          <p:cNvPr id="18" name="Shape 15"/>
          <p:cNvSpPr/>
          <p:nvPr/>
        </p:nvSpPr>
        <p:spPr>
          <a:xfrm>
            <a:off x="782222" y="5771007"/>
            <a:ext cx="211226" cy="211226"/>
          </a:xfrm>
          <a:prstGeom prst="rect">
            <a:avLst/>
          </a:prstGeom>
          <a:solidFill>
            <a:srgbClr val="6AB86E"/>
          </a:solidFill>
          <a:ln/>
        </p:spPr>
      </p:sp>
      <p:sp>
        <p:nvSpPr>
          <p:cNvPr id="19" name="Text 16"/>
          <p:cNvSpPr/>
          <p:nvPr/>
        </p:nvSpPr>
        <p:spPr>
          <a:xfrm>
            <a:off x="1134668" y="5607787"/>
            <a:ext cx="2907682" cy="6528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95" b="1" dirty="0">
                <a:solidFill>
                  <a:srgbClr val="1C3A1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Never taste or sniff</a:t>
            </a:r>
            <a:endParaRPr lang="en-US" sz="1595" dirty="0"/>
          </a:p>
        </p:txBody>
      </p:sp>
      <p:sp>
        <p:nvSpPr>
          <p:cNvPr id="20" name="Text 17"/>
          <p:cNvSpPr/>
          <p:nvPr/>
        </p:nvSpPr>
        <p:spPr>
          <a:xfrm>
            <a:off x="4148084" y="5607787"/>
            <a:ext cx="5110472" cy="6528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Nothing in an experiment goes in your mouth or up to your nose.</a:t>
            </a:r>
            <a:endParaRPr lang="en-US" sz="1320" dirty="0"/>
          </a:p>
        </p:txBody>
      </p:sp>
      <p:sp>
        <p:nvSpPr>
          <p:cNvPr id="21" name="Shape 18"/>
          <p:cNvSpPr/>
          <p:nvPr/>
        </p:nvSpPr>
        <p:spPr>
          <a:xfrm>
            <a:off x="623621" y="6342278"/>
            <a:ext cx="8811158" cy="816102"/>
          </a:xfrm>
          <a:prstGeom prst="rect">
            <a:avLst/>
          </a:prstGeom>
          <a:solidFill>
            <a:srgbClr val="F1FAF2"/>
          </a:solidFill>
          <a:ln/>
        </p:spPr>
      </p:sp>
      <p:sp>
        <p:nvSpPr>
          <p:cNvPr id="22" name="Shape 19"/>
          <p:cNvSpPr/>
          <p:nvPr/>
        </p:nvSpPr>
        <p:spPr>
          <a:xfrm>
            <a:off x="782222" y="6587109"/>
            <a:ext cx="211226" cy="211226"/>
          </a:xfrm>
          <a:prstGeom prst="rect">
            <a:avLst/>
          </a:prstGeom>
          <a:solidFill>
            <a:srgbClr val="6AB86E"/>
          </a:solidFill>
          <a:ln/>
        </p:spPr>
      </p:sp>
      <p:sp>
        <p:nvSpPr>
          <p:cNvPr id="23" name="Text 20"/>
          <p:cNvSpPr/>
          <p:nvPr/>
        </p:nvSpPr>
        <p:spPr>
          <a:xfrm>
            <a:off x="1134668" y="6423889"/>
            <a:ext cx="2907682" cy="6528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95" b="1" dirty="0">
                <a:solidFill>
                  <a:srgbClr val="1C3A1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Handle glass with care</a:t>
            </a:r>
            <a:endParaRPr lang="en-US" sz="1595" dirty="0"/>
          </a:p>
        </p:txBody>
      </p:sp>
      <p:sp>
        <p:nvSpPr>
          <p:cNvPr id="24" name="Text 21"/>
          <p:cNvSpPr/>
          <p:nvPr/>
        </p:nvSpPr>
        <p:spPr>
          <a:xfrm>
            <a:off x="4148084" y="6423889"/>
            <a:ext cx="5110472" cy="6528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Report every break to an adult. Never clear broken glass with bare hands.</a:t>
            </a:r>
            <a:endParaRPr lang="en-US" sz="1320" dirty="0"/>
          </a:p>
        </p:txBody>
      </p:sp>
      <p:sp>
        <p:nvSpPr>
          <p:cNvPr id="25" name="Shape 22"/>
          <p:cNvSpPr/>
          <p:nvPr/>
        </p:nvSpPr>
        <p:spPr>
          <a:xfrm>
            <a:off x="782222" y="7403211"/>
            <a:ext cx="211226" cy="211226"/>
          </a:xfrm>
          <a:prstGeom prst="rect">
            <a:avLst/>
          </a:prstGeom>
          <a:solidFill>
            <a:srgbClr val="6AB86E"/>
          </a:solidFill>
          <a:ln/>
        </p:spPr>
      </p:sp>
      <p:sp>
        <p:nvSpPr>
          <p:cNvPr id="26" name="Text 23"/>
          <p:cNvSpPr/>
          <p:nvPr/>
        </p:nvSpPr>
        <p:spPr>
          <a:xfrm>
            <a:off x="1134668" y="7239991"/>
            <a:ext cx="2907682" cy="6528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95" b="1" dirty="0">
                <a:solidFill>
                  <a:srgbClr val="1C3A1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Keep your space clear</a:t>
            </a:r>
            <a:endParaRPr lang="en-US" sz="1595" dirty="0"/>
          </a:p>
        </p:txBody>
      </p:sp>
      <p:sp>
        <p:nvSpPr>
          <p:cNvPr id="27" name="Text 24"/>
          <p:cNvSpPr/>
          <p:nvPr/>
        </p:nvSpPr>
        <p:spPr>
          <a:xfrm>
            <a:off x="4148084" y="7239991"/>
            <a:ext cx="5110472" cy="6528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Bags on the floor, notebooks away from spills, and only your materials on the table.</a:t>
            </a:r>
            <a:endParaRPr lang="en-US" sz="1320" dirty="0"/>
          </a:p>
        </p:txBody>
      </p:sp>
      <p:sp>
        <p:nvSpPr>
          <p:cNvPr id="28" name="Shape 25"/>
          <p:cNvSpPr/>
          <p:nvPr/>
        </p:nvSpPr>
        <p:spPr>
          <a:xfrm>
            <a:off x="623621" y="7974482"/>
            <a:ext cx="8811158" cy="816102"/>
          </a:xfrm>
          <a:prstGeom prst="rect">
            <a:avLst/>
          </a:prstGeom>
          <a:solidFill>
            <a:srgbClr val="F1FAF2"/>
          </a:solidFill>
          <a:ln/>
        </p:spPr>
      </p:sp>
      <p:sp>
        <p:nvSpPr>
          <p:cNvPr id="29" name="Shape 26"/>
          <p:cNvSpPr/>
          <p:nvPr/>
        </p:nvSpPr>
        <p:spPr>
          <a:xfrm>
            <a:off x="782222" y="8219313"/>
            <a:ext cx="211226" cy="211226"/>
          </a:xfrm>
          <a:prstGeom prst="rect">
            <a:avLst/>
          </a:prstGeom>
          <a:solidFill>
            <a:srgbClr val="6AB86E"/>
          </a:solidFill>
          <a:ln/>
        </p:spPr>
      </p:sp>
      <p:sp>
        <p:nvSpPr>
          <p:cNvPr id="30" name="Text 27"/>
          <p:cNvSpPr/>
          <p:nvPr/>
        </p:nvSpPr>
        <p:spPr>
          <a:xfrm>
            <a:off x="1134668" y="8056093"/>
            <a:ext cx="2907682" cy="6528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95" b="1" dirty="0">
                <a:solidFill>
                  <a:srgbClr val="1C3A1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Clean as you finish</a:t>
            </a:r>
            <a:endParaRPr lang="en-US" sz="1595" dirty="0"/>
          </a:p>
        </p:txBody>
      </p:sp>
      <p:sp>
        <p:nvSpPr>
          <p:cNvPr id="31" name="Text 28"/>
          <p:cNvSpPr/>
          <p:nvPr/>
        </p:nvSpPr>
        <p:spPr>
          <a:xfrm>
            <a:off x="4148084" y="8056093"/>
            <a:ext cx="5110472" cy="6528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Wipe your area, return equipment, and wash your hands every single time.</a:t>
            </a:r>
            <a:endParaRPr lang="en-US" sz="1320" dirty="0"/>
          </a:p>
        </p:txBody>
      </p:sp>
      <p:sp>
        <p:nvSpPr>
          <p:cNvPr id="32" name="Shape 29"/>
          <p:cNvSpPr/>
          <p:nvPr/>
        </p:nvSpPr>
        <p:spPr>
          <a:xfrm>
            <a:off x="782222" y="9035415"/>
            <a:ext cx="211226" cy="211226"/>
          </a:xfrm>
          <a:prstGeom prst="rect">
            <a:avLst/>
          </a:prstGeom>
          <a:solidFill>
            <a:srgbClr val="6AB86E"/>
          </a:solidFill>
          <a:ln/>
        </p:spPr>
      </p:sp>
      <p:sp>
        <p:nvSpPr>
          <p:cNvPr id="33" name="Text 30"/>
          <p:cNvSpPr/>
          <p:nvPr/>
        </p:nvSpPr>
        <p:spPr>
          <a:xfrm>
            <a:off x="1134668" y="8872195"/>
            <a:ext cx="2907682" cy="6528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95" b="1" dirty="0">
                <a:solidFill>
                  <a:srgbClr val="1C3A1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Tell an adult right away</a:t>
            </a:r>
            <a:endParaRPr lang="en-US" sz="1595" dirty="0"/>
          </a:p>
        </p:txBody>
      </p:sp>
      <p:sp>
        <p:nvSpPr>
          <p:cNvPr id="34" name="Text 31"/>
          <p:cNvSpPr/>
          <p:nvPr/>
        </p:nvSpPr>
        <p:spPr>
          <a:xfrm>
            <a:off x="4148084" y="8872195"/>
            <a:ext cx="5110472" cy="6528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Spills, cuts, burns, and near misses all get reported, even the small ones.</a:t>
            </a:r>
            <a:endParaRPr lang="en-US" sz="1320" dirty="0"/>
          </a:p>
        </p:txBody>
      </p:sp>
      <p:sp>
        <p:nvSpPr>
          <p:cNvPr id="35" name="Shape 32"/>
          <p:cNvSpPr/>
          <p:nvPr/>
        </p:nvSpPr>
        <p:spPr>
          <a:xfrm>
            <a:off x="623621" y="9948672"/>
            <a:ext cx="8811158" cy="2642616"/>
          </a:xfrm>
          <a:prstGeom prst="rect">
            <a:avLst/>
          </a:prstGeom>
          <a:solidFill>
            <a:srgbClr val="FFFFFF"/>
          </a:solidFill>
          <a:ln w="22352">
            <a:solidFill>
              <a:srgbClr val="E0615A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623621" y="9948672"/>
            <a:ext cx="8811158" cy="634228"/>
          </a:xfrm>
          <a:prstGeom prst="rect">
            <a:avLst/>
          </a:prstGeom>
          <a:solidFill>
            <a:srgbClr val="E0615A"/>
          </a:solidFill>
          <a:ln/>
        </p:spPr>
      </p:sp>
      <p:sp>
        <p:nvSpPr>
          <p:cNvPr id="37" name="Text 34"/>
          <p:cNvSpPr/>
          <p:nvPr/>
        </p:nvSpPr>
        <p:spPr>
          <a:xfrm>
            <a:off x="843900" y="9948672"/>
            <a:ext cx="8370600" cy="634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8" b="1" spc="110" kern="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NEVER ALLOWED IN A SCHOOL SCIENCE FAIR PROJECT</a:t>
            </a:r>
            <a:endParaRPr lang="en-US" sz="1408" dirty="0"/>
          </a:p>
        </p:txBody>
      </p:sp>
      <p:sp>
        <p:nvSpPr>
          <p:cNvPr id="38" name="Text 35"/>
          <p:cNvSpPr/>
          <p:nvPr/>
        </p:nvSpPr>
        <p:spPr>
          <a:xfrm>
            <a:off x="932011" y="10741457"/>
            <a:ext cx="8194377" cy="17441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buSzPct val="100000"/>
              <a:buChar char="▪"/>
            </a:pPr>
            <a:r>
              <a:rPr lang="en-US" sz="1298" dirty="0">
                <a:solidFill>
                  <a:srgbClr val="1A1E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Live or improperly preserved animals</a:t>
            </a:r>
            <a:endParaRPr lang="en-US" sz="1298" dirty="0"/>
          </a:p>
          <a:p>
            <a:pPr marL="342900" indent="-342900">
              <a:lnSpc>
                <a:spcPct val="112000"/>
              </a:lnSpc>
              <a:buSzPct val="100000"/>
              <a:buChar char="▪"/>
            </a:pPr>
            <a:r>
              <a:rPr lang="en-US" sz="1298" dirty="0">
                <a:solidFill>
                  <a:srgbClr val="1A1E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Chemicals beyond ordinary household products</a:t>
            </a:r>
            <a:endParaRPr lang="en-US" sz="1298" dirty="0"/>
          </a:p>
          <a:p>
            <a:pPr marL="342900" indent="-342900">
              <a:lnSpc>
                <a:spcPct val="112000"/>
              </a:lnSpc>
              <a:buSzPct val="100000"/>
              <a:buChar char="▪"/>
            </a:pPr>
            <a:r>
              <a:rPr lang="en-US" sz="1298" dirty="0">
                <a:solidFill>
                  <a:srgbClr val="1A1E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Flames, heat sources, or anything that could burn</a:t>
            </a:r>
            <a:endParaRPr lang="en-US" sz="1298" dirty="0"/>
          </a:p>
          <a:p>
            <a:pPr marL="342900" indent="-342900">
              <a:lnSpc>
                <a:spcPct val="112000"/>
              </a:lnSpc>
              <a:buSzPct val="100000"/>
              <a:buChar char="▪"/>
            </a:pPr>
            <a:r>
              <a:rPr lang="en-US" sz="1298" dirty="0">
                <a:solidFill>
                  <a:srgbClr val="1A1E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Dangerous or controlled substances</a:t>
            </a:r>
            <a:endParaRPr lang="en-US" sz="1298" dirty="0"/>
          </a:p>
          <a:p>
            <a:pPr marL="342900" indent="-342900">
              <a:lnSpc>
                <a:spcPct val="112000"/>
              </a:lnSpc>
              <a:buSzPct val="100000"/>
              <a:buChar char="▪"/>
            </a:pPr>
            <a:r>
              <a:rPr lang="en-US" sz="1298" dirty="0">
                <a:solidFill>
                  <a:srgbClr val="1A1E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Unshielded batteries</a:t>
            </a:r>
            <a:endParaRPr lang="en-US" sz="1298" dirty="0"/>
          </a:p>
        </p:txBody>
      </p:sp>
      <p:sp>
        <p:nvSpPr>
          <p:cNvPr id="39" name="Shape 36"/>
          <p:cNvSpPr/>
          <p:nvPr/>
        </p:nvSpPr>
        <p:spPr>
          <a:xfrm>
            <a:off x="623621" y="12840005"/>
            <a:ext cx="8811158" cy="1010412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40" name="Text 37"/>
          <p:cNvSpPr/>
          <p:nvPr/>
        </p:nvSpPr>
        <p:spPr>
          <a:xfrm>
            <a:off x="870333" y="12971358"/>
            <a:ext cx="8282489" cy="28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98" b="1" spc="176" kern="0" dirty="0">
                <a:solidFill>
                  <a:srgbClr val="357A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WHEN IN DOUBT, ASK</a:t>
            </a:r>
            <a:endParaRPr lang="en-US" sz="1298" dirty="0"/>
          </a:p>
        </p:txBody>
      </p:sp>
      <p:sp>
        <p:nvSpPr>
          <p:cNvPr id="41" name="Text 38"/>
          <p:cNvSpPr/>
          <p:nvPr/>
        </p:nvSpPr>
        <p:spPr>
          <a:xfrm>
            <a:off x="870333" y="13244170"/>
            <a:ext cx="8282489" cy="5254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98" dirty="0">
                <a:solidFill>
                  <a:srgbClr val="254F2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There is no penalty for checking with your teacher before you try something. There is a real cost to guessing.</a:t>
            </a:r>
            <a:endParaRPr lang="en-US" sz="1298" dirty="0"/>
          </a:p>
        </p:txBody>
      </p:sp>
      <p:sp>
        <p:nvSpPr>
          <p:cNvPr id="42" name="Shape 39"/>
          <p:cNvSpPr/>
          <p:nvPr/>
        </p:nvSpPr>
        <p:spPr>
          <a:xfrm>
            <a:off x="623621" y="14845284"/>
            <a:ext cx="8811158" cy="0"/>
          </a:xfrm>
          <a:prstGeom prst="line">
            <a:avLst/>
          </a:prstGeom>
          <a:noFill/>
          <a:ln w="12700">
            <a:solidFill>
              <a:srgbClr val="E2E6E2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23621" y="14923008"/>
            <a:ext cx="5286695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6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FairGame Initiative  |  Lab Safety Rules Poster</a:t>
            </a:r>
            <a:endParaRPr lang="en-US" sz="946" dirty="0"/>
          </a:p>
        </p:txBody>
      </p:sp>
      <p:sp>
        <p:nvSpPr>
          <p:cNvPr id="44" name="Text 41"/>
          <p:cNvSpPr/>
          <p:nvPr/>
        </p:nvSpPr>
        <p:spPr>
          <a:xfrm>
            <a:off x="5910316" y="14923008"/>
            <a:ext cx="3524463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46" i="1" dirty="0">
                <a:solidFill>
                  <a:srgbClr val="E0615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Science fairs without barriers.</a:t>
            </a:r>
            <a:endParaRPr lang="en-US" sz="946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FairGame Initiative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FairGame Lab Safety Rules Poster</dc:title>
  <dc:subject>PptxGenJS Presentation</dc:subject>
  <dc:creator>FairGame Initiative</dc:creator>
  <cp:lastModifiedBy>FairGame Initiative</cp:lastModifiedBy>
  <cp:revision>1</cp:revision>
  <dcterms:created xsi:type="dcterms:W3CDTF">2026-07-27T18:40:27Z</dcterms:created>
  <dcterms:modified xsi:type="dcterms:W3CDTF">2026-07-27T18:40:27Z</dcterms:modified>
</cp:coreProperties>
</file>