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709928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4230" y="444581"/>
            <a:ext cx="458412" cy="752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1889" y="273588"/>
            <a:ext cx="6350211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8" b="1" spc="27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CLASSROOM POSTER</a:t>
            </a:r>
            <a:endParaRPr lang="en-US" sz="1318" dirty="0"/>
          </a:p>
        </p:txBody>
      </p:sp>
      <p:sp>
        <p:nvSpPr>
          <p:cNvPr id="5" name="Text 2"/>
          <p:cNvSpPr/>
          <p:nvPr/>
        </p:nvSpPr>
        <p:spPr>
          <a:xfrm>
            <a:off x="435254" y="564276"/>
            <a:ext cx="6579417" cy="53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LAB SAFETY</a:t>
            </a:r>
            <a:endParaRPr lang="en-US" sz="3423" dirty="0"/>
          </a:p>
        </p:txBody>
      </p:sp>
      <p:sp>
        <p:nvSpPr>
          <p:cNvPr id="6" name="Text 3"/>
          <p:cNvSpPr/>
          <p:nvPr/>
        </p:nvSpPr>
        <p:spPr>
          <a:xfrm>
            <a:off x="435254" y="1094354"/>
            <a:ext cx="6579417" cy="53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RULES</a:t>
            </a:r>
            <a:endParaRPr lang="en-US" sz="3423" dirty="0"/>
          </a:p>
        </p:txBody>
      </p:sp>
      <p:sp>
        <p:nvSpPr>
          <p:cNvPr id="7" name="Shape 4"/>
          <p:cNvSpPr/>
          <p:nvPr/>
        </p:nvSpPr>
        <p:spPr>
          <a:xfrm>
            <a:off x="481889" y="1991563"/>
            <a:ext cx="6808622" cy="528066"/>
          </a:xfrm>
          <a:prstGeom prst="rect">
            <a:avLst/>
          </a:prstGeom>
          <a:solidFill>
            <a:srgbClr val="F1FAF2"/>
          </a:solidFill>
          <a:ln/>
        </p:spPr>
      </p:sp>
      <p:sp>
        <p:nvSpPr>
          <p:cNvPr id="8" name="Shape 5"/>
          <p:cNvSpPr/>
          <p:nvPr/>
        </p:nvSpPr>
        <p:spPr>
          <a:xfrm>
            <a:off x="604444" y="2149983"/>
            <a:ext cx="163220" cy="163220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9" name="Text 6"/>
          <p:cNvSpPr/>
          <p:nvPr/>
        </p:nvSpPr>
        <p:spPr>
          <a:xfrm>
            <a:off x="876789" y="2044370"/>
            <a:ext cx="2246845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approval first</a:t>
            </a:r>
            <a:endParaRPr lang="en-US" sz="1233" dirty="0"/>
          </a:p>
        </p:txBody>
      </p:sp>
      <p:sp>
        <p:nvSpPr>
          <p:cNvPr id="10" name="Text 7"/>
          <p:cNvSpPr/>
          <p:nvPr/>
        </p:nvSpPr>
        <p:spPr>
          <a:xfrm>
            <a:off x="3205338" y="2044370"/>
            <a:ext cx="3949001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experiment starts before your teacher signs your safety check form.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604444" y="2678049"/>
            <a:ext cx="163220" cy="163220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12" name="Text 9"/>
          <p:cNvSpPr/>
          <p:nvPr/>
        </p:nvSpPr>
        <p:spPr>
          <a:xfrm>
            <a:off x="876789" y="2572436"/>
            <a:ext cx="2246845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Dress for the work</a:t>
            </a:r>
            <a:endParaRPr lang="en-US" sz="1233" dirty="0"/>
          </a:p>
        </p:txBody>
      </p:sp>
      <p:sp>
        <p:nvSpPr>
          <p:cNvPr id="13" name="Text 10"/>
          <p:cNvSpPr/>
          <p:nvPr/>
        </p:nvSpPr>
        <p:spPr>
          <a:xfrm>
            <a:off x="3205338" y="2572436"/>
            <a:ext cx="3949001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 back long hair, wear closed shoes, and put on goggles when anything could splash.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481889" y="3047695"/>
            <a:ext cx="6808622" cy="528066"/>
          </a:xfrm>
          <a:prstGeom prst="rect">
            <a:avLst/>
          </a:prstGeom>
          <a:solidFill>
            <a:srgbClr val="F1FAF2"/>
          </a:solidFill>
          <a:ln/>
        </p:spPr>
      </p:sp>
      <p:sp>
        <p:nvSpPr>
          <p:cNvPr id="15" name="Shape 12"/>
          <p:cNvSpPr/>
          <p:nvPr/>
        </p:nvSpPr>
        <p:spPr>
          <a:xfrm>
            <a:off x="604444" y="3206115"/>
            <a:ext cx="163220" cy="163220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16" name="Text 13"/>
          <p:cNvSpPr/>
          <p:nvPr/>
        </p:nvSpPr>
        <p:spPr>
          <a:xfrm>
            <a:off x="876789" y="3100502"/>
            <a:ext cx="2246845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where things are</a:t>
            </a:r>
            <a:endParaRPr lang="en-US" sz="1233" dirty="0"/>
          </a:p>
        </p:txBody>
      </p:sp>
      <p:sp>
        <p:nvSpPr>
          <p:cNvPr id="17" name="Text 14"/>
          <p:cNvSpPr/>
          <p:nvPr/>
        </p:nvSpPr>
        <p:spPr>
          <a:xfrm>
            <a:off x="3205338" y="3100502"/>
            <a:ext cx="3949001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the first aid kit, the sink, and the exit before you begin.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04444" y="3734181"/>
            <a:ext cx="163220" cy="163220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19" name="Text 16"/>
          <p:cNvSpPr/>
          <p:nvPr/>
        </p:nvSpPr>
        <p:spPr>
          <a:xfrm>
            <a:off x="876789" y="3628568"/>
            <a:ext cx="2246845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taste or sniff</a:t>
            </a:r>
            <a:endParaRPr lang="en-US" sz="1233" dirty="0"/>
          </a:p>
        </p:txBody>
      </p:sp>
      <p:sp>
        <p:nvSpPr>
          <p:cNvPr id="20" name="Text 17"/>
          <p:cNvSpPr/>
          <p:nvPr/>
        </p:nvSpPr>
        <p:spPr>
          <a:xfrm>
            <a:off x="3205338" y="3628568"/>
            <a:ext cx="3949001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Nothing in an experiment goes in your mouth or up to your nose.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81889" y="4103827"/>
            <a:ext cx="6808622" cy="528066"/>
          </a:xfrm>
          <a:prstGeom prst="rect">
            <a:avLst/>
          </a:prstGeom>
          <a:solidFill>
            <a:srgbClr val="F1FAF2"/>
          </a:solidFill>
          <a:ln/>
        </p:spPr>
      </p:sp>
      <p:sp>
        <p:nvSpPr>
          <p:cNvPr id="22" name="Shape 19"/>
          <p:cNvSpPr/>
          <p:nvPr/>
        </p:nvSpPr>
        <p:spPr>
          <a:xfrm>
            <a:off x="604444" y="4262247"/>
            <a:ext cx="163220" cy="163220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23" name="Text 20"/>
          <p:cNvSpPr/>
          <p:nvPr/>
        </p:nvSpPr>
        <p:spPr>
          <a:xfrm>
            <a:off x="876789" y="4156634"/>
            <a:ext cx="2246845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 glass with care</a:t>
            </a:r>
            <a:endParaRPr lang="en-US" sz="1233" dirty="0"/>
          </a:p>
        </p:txBody>
      </p:sp>
      <p:sp>
        <p:nvSpPr>
          <p:cNvPr id="24" name="Text 21"/>
          <p:cNvSpPr/>
          <p:nvPr/>
        </p:nvSpPr>
        <p:spPr>
          <a:xfrm>
            <a:off x="3205338" y="4156634"/>
            <a:ext cx="3949001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 every break to an adult. Never clear broken glass with bare hands.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04444" y="4790313"/>
            <a:ext cx="163220" cy="163220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26" name="Text 23"/>
          <p:cNvSpPr/>
          <p:nvPr/>
        </p:nvSpPr>
        <p:spPr>
          <a:xfrm>
            <a:off x="876789" y="4684700"/>
            <a:ext cx="2246845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your space clear</a:t>
            </a:r>
            <a:endParaRPr lang="en-US" sz="1233" dirty="0"/>
          </a:p>
        </p:txBody>
      </p:sp>
      <p:sp>
        <p:nvSpPr>
          <p:cNvPr id="27" name="Text 24"/>
          <p:cNvSpPr/>
          <p:nvPr/>
        </p:nvSpPr>
        <p:spPr>
          <a:xfrm>
            <a:off x="3205338" y="4684700"/>
            <a:ext cx="3949001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Bags on the floor, notebooks away from spills, and only your materials on the table.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1889" y="5159959"/>
            <a:ext cx="6808622" cy="528066"/>
          </a:xfrm>
          <a:prstGeom prst="rect">
            <a:avLst/>
          </a:prstGeom>
          <a:solidFill>
            <a:srgbClr val="F1FAF2"/>
          </a:solidFill>
          <a:ln/>
        </p:spPr>
      </p:sp>
      <p:sp>
        <p:nvSpPr>
          <p:cNvPr id="29" name="Shape 26"/>
          <p:cNvSpPr/>
          <p:nvPr/>
        </p:nvSpPr>
        <p:spPr>
          <a:xfrm>
            <a:off x="604444" y="5318379"/>
            <a:ext cx="163220" cy="163220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30" name="Text 27"/>
          <p:cNvSpPr/>
          <p:nvPr/>
        </p:nvSpPr>
        <p:spPr>
          <a:xfrm>
            <a:off x="876789" y="5212766"/>
            <a:ext cx="2246845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as you finish</a:t>
            </a:r>
            <a:endParaRPr lang="en-US" sz="1233" dirty="0"/>
          </a:p>
        </p:txBody>
      </p:sp>
      <p:sp>
        <p:nvSpPr>
          <p:cNvPr id="31" name="Text 28"/>
          <p:cNvSpPr/>
          <p:nvPr/>
        </p:nvSpPr>
        <p:spPr>
          <a:xfrm>
            <a:off x="3205338" y="5212766"/>
            <a:ext cx="3949001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Wipe your area, return equipment, and wash your hands every single time.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04444" y="5846445"/>
            <a:ext cx="163220" cy="163220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33" name="Text 30"/>
          <p:cNvSpPr/>
          <p:nvPr/>
        </p:nvSpPr>
        <p:spPr>
          <a:xfrm>
            <a:off x="876789" y="5740832"/>
            <a:ext cx="2246845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Tell an adult right away</a:t>
            </a:r>
            <a:endParaRPr lang="en-US" sz="1233" dirty="0"/>
          </a:p>
        </p:txBody>
      </p:sp>
      <p:sp>
        <p:nvSpPr>
          <p:cNvPr id="34" name="Text 31"/>
          <p:cNvSpPr/>
          <p:nvPr/>
        </p:nvSpPr>
        <p:spPr>
          <a:xfrm>
            <a:off x="3205338" y="5740832"/>
            <a:ext cx="3949001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Spills, cuts, burns, and near misses all get reported, even the small ones.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481889" y="6437376"/>
            <a:ext cx="6808622" cy="1709928"/>
          </a:xfrm>
          <a:prstGeom prst="rect">
            <a:avLst/>
          </a:prstGeom>
          <a:solidFill>
            <a:srgbClr val="FFFFFF"/>
          </a:solidFill>
          <a:ln w="17272">
            <a:solidFill>
              <a:srgbClr val="E0615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1889" y="6437376"/>
            <a:ext cx="6808622" cy="410383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37" name="Text 34"/>
          <p:cNvSpPr/>
          <p:nvPr/>
        </p:nvSpPr>
        <p:spPr>
          <a:xfrm>
            <a:off x="652104" y="6437376"/>
            <a:ext cx="6468191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8" b="1" spc="85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ALLOWED IN A SCHOOL SCIENCE FAIR PROJECT</a:t>
            </a:r>
            <a:endParaRPr lang="en-US" sz="1088" dirty="0"/>
          </a:p>
        </p:txBody>
      </p:sp>
      <p:sp>
        <p:nvSpPr>
          <p:cNvPr id="38" name="Text 35"/>
          <p:cNvSpPr/>
          <p:nvPr/>
        </p:nvSpPr>
        <p:spPr>
          <a:xfrm>
            <a:off x="720191" y="6950354"/>
            <a:ext cx="6332019" cy="112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003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or improperly preserved animals</a:t>
            </a:r>
            <a:endParaRPr lang="en-US" sz="1003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003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Chemicals beyond ordinary household products</a:t>
            </a:r>
            <a:endParaRPr lang="en-US" sz="1003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003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Flames, heat sources, or anything that could burn</a:t>
            </a:r>
            <a:endParaRPr lang="en-US" sz="1003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003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Dangerous or controlled substances</a:t>
            </a:r>
            <a:endParaRPr lang="en-US" sz="1003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003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Unshielded batteries</a:t>
            </a:r>
            <a:endParaRPr lang="en-US" sz="1003" dirty="0"/>
          </a:p>
        </p:txBody>
      </p:sp>
      <p:sp>
        <p:nvSpPr>
          <p:cNvPr id="39" name="Shape 36"/>
          <p:cNvSpPr/>
          <p:nvPr/>
        </p:nvSpPr>
        <p:spPr>
          <a:xfrm>
            <a:off x="481889" y="8308238"/>
            <a:ext cx="6808622" cy="6537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0" name="Text 37"/>
          <p:cNvSpPr/>
          <p:nvPr/>
        </p:nvSpPr>
        <p:spPr>
          <a:xfrm>
            <a:off x="672530" y="8393232"/>
            <a:ext cx="6400105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3" b="1" spc="136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IN DOUBT, ASK</a:t>
            </a:r>
            <a:endParaRPr lang="en-US" sz="1003" dirty="0"/>
          </a:p>
        </p:txBody>
      </p:sp>
      <p:sp>
        <p:nvSpPr>
          <p:cNvPr id="41" name="Text 38"/>
          <p:cNvSpPr/>
          <p:nvPr/>
        </p:nvSpPr>
        <p:spPr>
          <a:xfrm>
            <a:off x="672530" y="8569757"/>
            <a:ext cx="6400105" cy="33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is no penalty for checking with your teacher before you try something. There is a real cost to guessing.</a:t>
            </a:r>
            <a:endParaRPr lang="en-US" sz="1003" dirty="0"/>
          </a:p>
        </p:txBody>
      </p:sp>
      <p:sp>
        <p:nvSpPr>
          <p:cNvPr id="42" name="Shape 39"/>
          <p:cNvSpPr/>
          <p:nvPr/>
        </p:nvSpPr>
        <p:spPr>
          <a:xfrm>
            <a:off x="481889" y="9605772"/>
            <a:ext cx="680862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1889" y="9656064"/>
            <a:ext cx="40851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1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Lab Safety Rules Poster</a:t>
            </a:r>
            <a:endParaRPr lang="en-US" sz="731" dirty="0"/>
          </a:p>
        </p:txBody>
      </p:sp>
      <p:sp>
        <p:nvSpPr>
          <p:cNvPr id="44" name="Text 41"/>
          <p:cNvSpPr/>
          <p:nvPr/>
        </p:nvSpPr>
        <p:spPr>
          <a:xfrm>
            <a:off x="4567062" y="9656064"/>
            <a:ext cx="272344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1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Lab Safety Rules Poster</dc:title>
  <dc:subject>PptxGenJS Presentation</dc:subject>
  <dc:creator>FairGame Initiative</dc:creator>
  <cp:lastModifiedBy>FairGame Initiative</cp:lastModifiedBy>
  <cp:revision>1</cp:revision>
  <dcterms:created xsi:type="dcterms:W3CDTF">2026-07-27T18:40:27Z</dcterms:created>
  <dcterms:modified xsi:type="dcterms:W3CDTF">2026-07-27T18:40:27Z</dcterms:modified>
</cp:coreProperties>
</file>