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2020824"/>
            <a:ext cx="865022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5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 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4088" y="3108960"/>
            <a:ext cx="8650224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704088" y="4274820"/>
            <a:ext cx="8650224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5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SCIENCE</a:t>
            </a:r>
            <a:endParaRPr lang="en-US" sz="11550" dirty="0"/>
          </a:p>
        </p:txBody>
      </p:sp>
      <p:sp>
        <p:nvSpPr>
          <p:cNvPr id="5" name="Text 3"/>
          <p:cNvSpPr/>
          <p:nvPr/>
        </p:nvSpPr>
        <p:spPr>
          <a:xfrm>
            <a:off x="704088" y="5782666"/>
            <a:ext cx="8650224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50" dirty="0">
                <a:solidFill>
                  <a:srgbClr val="6AB8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FAIR</a:t>
            </a:r>
            <a:endParaRPr lang="en-US" sz="11550" dirty="0"/>
          </a:p>
        </p:txBody>
      </p:sp>
      <p:sp>
        <p:nvSpPr>
          <p:cNvPr id="6" name="Text 4"/>
          <p:cNvSpPr/>
          <p:nvPr/>
        </p:nvSpPr>
        <p:spPr>
          <a:xfrm>
            <a:off x="704088" y="7539228"/>
            <a:ext cx="8650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45" b="1" spc="242" kern="0" dirty="0">
                <a:solidFill>
                  <a:srgbClr val="E882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SCHOOL NAME ]</a:t>
            </a:r>
            <a:endParaRPr lang="en-US" sz="2145" dirty="0"/>
          </a:p>
        </p:txBody>
      </p:sp>
      <p:sp>
        <p:nvSpPr>
          <p:cNvPr id="7" name="Text 5"/>
          <p:cNvSpPr/>
          <p:nvPr/>
        </p:nvSpPr>
        <p:spPr>
          <a:xfrm>
            <a:off x="704088" y="8316468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9DB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DATE ]</a:t>
            </a:r>
            <a:endParaRPr lang="en-US" sz="1595" dirty="0"/>
          </a:p>
        </p:txBody>
      </p:sp>
      <p:pic>
        <p:nvPicPr>
          <p:cNvPr id="8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9249156"/>
            <a:ext cx="3017520" cy="30705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" y="14068044"/>
            <a:ext cx="8650224" cy="0"/>
          </a:xfrm>
          <a:prstGeom prst="line">
            <a:avLst/>
          </a:prstGeom>
          <a:noFill/>
          <a:ln w="17780">
            <a:solidFill>
              <a:srgbClr val="3A5C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14223492"/>
            <a:ext cx="86502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5" i="1" dirty="0">
                <a:solidFill>
                  <a:srgbClr val="E8827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1925" dirty="0"/>
          </a:p>
        </p:txBody>
      </p:sp>
      <p:sp>
        <p:nvSpPr>
          <p:cNvPr id="11" name="Text 8"/>
          <p:cNvSpPr/>
          <p:nvPr/>
        </p:nvSpPr>
        <p:spPr>
          <a:xfrm>
            <a:off x="704088" y="14767560"/>
            <a:ext cx="86502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9DB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12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854964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89836"/>
            <a:ext cx="10058400" cy="854964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2331720"/>
            <a:ext cx="8650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spc="572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 TO</a:t>
            </a:r>
            <a:endParaRPr lang="en-US" sz="2090" dirty="0"/>
          </a:p>
        </p:txBody>
      </p:sp>
      <p:sp>
        <p:nvSpPr>
          <p:cNvPr id="5" name="Text 3"/>
          <p:cNvSpPr/>
          <p:nvPr/>
        </p:nvSpPr>
        <p:spPr>
          <a:xfrm>
            <a:off x="704088" y="3342132"/>
            <a:ext cx="86502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6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</a:t>
            </a:r>
            <a:endParaRPr lang="en-US" sz="7260" dirty="0"/>
          </a:p>
        </p:txBody>
      </p:sp>
      <p:sp>
        <p:nvSpPr>
          <p:cNvPr id="6" name="Text 4"/>
          <p:cNvSpPr/>
          <p:nvPr/>
        </p:nvSpPr>
        <p:spPr>
          <a:xfrm>
            <a:off x="704088" y="4476902"/>
            <a:ext cx="86502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SCIENCE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704088" y="5907024"/>
            <a:ext cx="86502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357A3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FAIR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04088" y="7616952"/>
            <a:ext cx="8650224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spc="242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SCHOOL NAME ]</a:t>
            </a:r>
            <a:endParaRPr lang="en-US" sz="2090" dirty="0"/>
          </a:p>
        </p:txBody>
      </p:sp>
      <p:sp>
        <p:nvSpPr>
          <p:cNvPr id="9" name="Text 7"/>
          <p:cNvSpPr/>
          <p:nvPr/>
        </p:nvSpPr>
        <p:spPr>
          <a:xfrm>
            <a:off x="704088" y="8363102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DATE ]</a:t>
            </a:r>
            <a:endParaRPr lang="en-US" sz="1562" dirty="0"/>
          </a:p>
        </p:txBody>
      </p:sp>
      <p:pic>
        <p:nvPicPr>
          <p:cNvPr id="10" name="Image 0" descr="/tmp/fairgam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9326880"/>
            <a:ext cx="3017520" cy="30705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" y="14068044"/>
            <a:ext cx="86502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1870" dirty="0"/>
          </a:p>
        </p:txBody>
      </p:sp>
      <p:sp>
        <p:nvSpPr>
          <p:cNvPr id="12" name="Text 9"/>
          <p:cNvSpPr/>
          <p:nvPr/>
        </p:nvSpPr>
        <p:spPr>
          <a:xfrm>
            <a:off x="704088" y="14612112"/>
            <a:ext cx="86502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11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020824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013" y="525414"/>
            <a:ext cx="541759" cy="889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323332"/>
            <a:ext cx="8269399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WELCOME SIGN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666872"/>
            <a:ext cx="8540279" cy="125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2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PRINTING NOTES</a:t>
            </a:r>
            <a:endParaRPr lang="en-US" sz="6820" dirty="0"/>
          </a:p>
        </p:txBody>
      </p:sp>
      <p:sp>
        <p:nvSpPr>
          <p:cNvPr id="6" name="Shape 3"/>
          <p:cNvSpPr/>
          <p:nvPr/>
        </p:nvSpPr>
        <p:spPr>
          <a:xfrm>
            <a:off x="704088" y="2678680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2678680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760" dirty="0"/>
          </a:p>
        </p:txBody>
      </p:sp>
      <p:sp>
        <p:nvSpPr>
          <p:cNvPr id="8" name="Text 5"/>
          <p:cNvSpPr/>
          <p:nvPr/>
        </p:nvSpPr>
        <p:spPr>
          <a:xfrm>
            <a:off x="1327709" y="2569245"/>
            <a:ext cx="8026603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versions included</a:t>
            </a:r>
            <a:endParaRPr lang="en-US" sz="1562" dirty="0"/>
          </a:p>
        </p:txBody>
      </p:sp>
      <p:sp>
        <p:nvSpPr>
          <p:cNvPr id="9" name="Text 6"/>
          <p:cNvSpPr/>
          <p:nvPr/>
        </p:nvSpPr>
        <p:spPr>
          <a:xfrm>
            <a:off x="1327709" y="2979627"/>
            <a:ext cx="8026603" cy="82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Slide 1 is forest green, which has the most presence at an entrance. Slide 2 is white, which costs far less to print at large format. Both carry the same information.</a:t>
            </a:r>
            <a:endParaRPr lang="en-US" sz="1232" dirty="0"/>
          </a:p>
        </p:txBody>
      </p:sp>
      <p:sp>
        <p:nvSpPr>
          <p:cNvPr id="10" name="Shape 7"/>
          <p:cNvSpPr/>
          <p:nvPr/>
        </p:nvSpPr>
        <p:spPr>
          <a:xfrm>
            <a:off x="704088" y="4046622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4046622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760" dirty="0"/>
          </a:p>
        </p:txBody>
      </p:sp>
      <p:sp>
        <p:nvSpPr>
          <p:cNvPr id="12" name="Text 9"/>
          <p:cNvSpPr/>
          <p:nvPr/>
        </p:nvSpPr>
        <p:spPr>
          <a:xfrm>
            <a:off x="1327709" y="3937187"/>
            <a:ext cx="8026603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in the two brackets</a:t>
            </a:r>
            <a:endParaRPr lang="en-US" sz="1562" dirty="0"/>
          </a:p>
        </p:txBody>
      </p:sp>
      <p:sp>
        <p:nvSpPr>
          <p:cNvPr id="13" name="Text 10"/>
          <p:cNvSpPr/>
          <p:nvPr/>
        </p:nvSpPr>
        <p:spPr>
          <a:xfrm>
            <a:off x="1327709" y="4347570"/>
            <a:ext cx="8026603" cy="82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 name and date. Do this before printing; a welcome sign with a placeholder on it undercuts the whole effect.</a:t>
            </a:r>
            <a:endParaRPr lang="en-US" sz="1232" dirty="0"/>
          </a:p>
        </p:txBody>
      </p:sp>
      <p:sp>
        <p:nvSpPr>
          <p:cNvPr id="14" name="Shape 11"/>
          <p:cNvSpPr/>
          <p:nvPr/>
        </p:nvSpPr>
        <p:spPr>
          <a:xfrm>
            <a:off x="704088" y="5414565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" y="5414565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760" dirty="0"/>
          </a:p>
        </p:txBody>
      </p:sp>
      <p:sp>
        <p:nvSpPr>
          <p:cNvPr id="16" name="Text 13"/>
          <p:cNvSpPr/>
          <p:nvPr/>
        </p:nvSpPr>
        <p:spPr>
          <a:xfrm>
            <a:off x="1327709" y="5305129"/>
            <a:ext cx="8026603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Sizes</a:t>
            </a:r>
            <a:endParaRPr lang="en-US" sz="1562" dirty="0"/>
          </a:p>
        </p:txBody>
      </p:sp>
      <p:sp>
        <p:nvSpPr>
          <p:cNvPr id="17" name="Text 14"/>
          <p:cNvSpPr/>
          <p:nvPr/>
        </p:nvSpPr>
        <p:spPr>
          <a:xfrm>
            <a:off x="1327709" y="5715512"/>
            <a:ext cx="8026603" cy="82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file is set to 11 by 17 inches. A print shop can scale it to 18 by 24 or 24 by 36 without redesign, since everything is vector text.</a:t>
            </a:r>
            <a:endParaRPr lang="en-US" sz="1232" dirty="0"/>
          </a:p>
        </p:txBody>
      </p:sp>
      <p:sp>
        <p:nvSpPr>
          <p:cNvPr id="18" name="Shape 15"/>
          <p:cNvSpPr/>
          <p:nvPr/>
        </p:nvSpPr>
        <p:spPr>
          <a:xfrm>
            <a:off x="704088" y="6782507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6782507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760" dirty="0"/>
          </a:p>
        </p:txBody>
      </p:sp>
      <p:sp>
        <p:nvSpPr>
          <p:cNvPr id="20" name="Text 17"/>
          <p:cNvSpPr/>
          <p:nvPr/>
        </p:nvSpPr>
        <p:spPr>
          <a:xfrm>
            <a:off x="1327709" y="6673072"/>
            <a:ext cx="8026603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Mounting</a:t>
            </a:r>
            <a:endParaRPr lang="en-US" sz="1562" dirty="0"/>
          </a:p>
        </p:txBody>
      </p:sp>
      <p:sp>
        <p:nvSpPr>
          <p:cNvPr id="21" name="Text 18"/>
          <p:cNvSpPr/>
          <p:nvPr/>
        </p:nvSpPr>
        <p:spPr>
          <a:xfrm>
            <a:off x="1327709" y="7083454"/>
            <a:ext cx="8026603" cy="82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Foam board on an easel at the entrance. If you only have tape, mount at eye level rather than on the floor.</a:t>
            </a:r>
            <a:endParaRPr lang="en-US" sz="1232" dirty="0"/>
          </a:p>
        </p:txBody>
      </p:sp>
      <p:sp>
        <p:nvSpPr>
          <p:cNvPr id="22" name="Shape 19"/>
          <p:cNvSpPr/>
          <p:nvPr/>
        </p:nvSpPr>
        <p:spPr>
          <a:xfrm>
            <a:off x="704088" y="8150450"/>
            <a:ext cx="422453" cy="422453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" y="8150450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760" dirty="0"/>
          </a:p>
        </p:txBody>
      </p:sp>
      <p:sp>
        <p:nvSpPr>
          <p:cNvPr id="24" name="Text 21"/>
          <p:cNvSpPr/>
          <p:nvPr/>
        </p:nvSpPr>
        <p:spPr>
          <a:xfrm>
            <a:off x="1327709" y="8041014"/>
            <a:ext cx="8026603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</a:t>
            </a:r>
            <a:endParaRPr lang="en-US" sz="1562" dirty="0"/>
          </a:p>
        </p:txBody>
      </p:sp>
      <p:sp>
        <p:nvSpPr>
          <p:cNvPr id="25" name="Text 22"/>
          <p:cNvSpPr/>
          <p:nvPr/>
        </p:nvSpPr>
        <p:spPr>
          <a:xfrm>
            <a:off x="1327709" y="8451397"/>
            <a:ext cx="8026603" cy="82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2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the date each year and the sign lasts. Laminating the green version is worth it if you run a fair annually.</a:t>
            </a:r>
            <a:endParaRPr lang="en-US" sz="1232" dirty="0"/>
          </a:p>
        </p:txBody>
      </p:sp>
      <p:sp>
        <p:nvSpPr>
          <p:cNvPr id="26" name="Shape 23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Welcome Sign</a:t>
            </a:r>
            <a:endParaRPr lang="en-US" sz="946" dirty="0"/>
          </a:p>
        </p:txBody>
      </p:sp>
      <p:sp>
        <p:nvSpPr>
          <p:cNvPr id="28" name="Text 25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Welcome Sign</dc:title>
  <dc:subject>PptxGenJS Presentation</dc:subject>
  <dc:creator>FairGame Initiative</dc:creator>
  <cp:lastModifiedBy>FairGame Initiative</cp:lastModifiedBy>
  <cp:revision>1</cp:revision>
  <dcterms:created xsi:type="dcterms:W3CDTF">2026-07-28T01:44:39Z</dcterms:created>
  <dcterms:modified xsi:type="dcterms:W3CDTF">2026-07-28T01:44:39Z</dcterms:modified>
</cp:coreProperties>
</file>