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15544800"/>
  <p:notesSz cx="155448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0" cy="2642616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317" y="687080"/>
            <a:ext cx="708455" cy="1162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621" y="422819"/>
            <a:ext cx="8102704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5" b="1" spc="35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CLASSROOM POSTER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563270" y="872063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SCIENTIFIC</a:t>
            </a:r>
            <a:endParaRPr lang="en-US" sz="5289" dirty="0"/>
          </a:p>
        </p:txBody>
      </p:sp>
      <p:sp>
        <p:nvSpPr>
          <p:cNvPr id="6" name="Text 3"/>
          <p:cNvSpPr/>
          <p:nvPr/>
        </p:nvSpPr>
        <p:spPr>
          <a:xfrm>
            <a:off x="563270" y="1691274"/>
            <a:ext cx="8456931" cy="81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89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METHOD</a:t>
            </a:r>
            <a:endParaRPr lang="en-US" sz="5289" dirty="0"/>
          </a:p>
        </p:txBody>
      </p:sp>
      <p:sp>
        <p:nvSpPr>
          <p:cNvPr id="7" name="Shape 4"/>
          <p:cNvSpPr/>
          <p:nvPr/>
        </p:nvSpPr>
        <p:spPr>
          <a:xfrm>
            <a:off x="623621" y="3108960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0123" y="3415503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9" name="Text 6"/>
          <p:cNvSpPr/>
          <p:nvPr/>
        </p:nvSpPr>
        <p:spPr>
          <a:xfrm>
            <a:off x="1020123" y="3415503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72473" y="3278087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 question</a:t>
            </a:r>
            <a:endParaRPr lang="en-US" sz="1782" dirty="0"/>
          </a:p>
        </p:txBody>
      </p:sp>
      <p:sp>
        <p:nvSpPr>
          <p:cNvPr id="11" name="Text 8"/>
          <p:cNvSpPr/>
          <p:nvPr/>
        </p:nvSpPr>
        <p:spPr>
          <a:xfrm>
            <a:off x="1772473" y="3595201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Notice something you wonder about, then narrow it until an experiment could answer it.</a:t>
            </a:r>
            <a:endParaRPr lang="en-US" sz="1298" dirty="0"/>
          </a:p>
        </p:txBody>
      </p:sp>
      <p:sp>
        <p:nvSpPr>
          <p:cNvPr id="12" name="Shape 9"/>
          <p:cNvSpPr/>
          <p:nvPr/>
        </p:nvSpPr>
        <p:spPr>
          <a:xfrm>
            <a:off x="623621" y="4336999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0123" y="4643543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4" name="Text 11"/>
          <p:cNvSpPr/>
          <p:nvPr/>
        </p:nvSpPr>
        <p:spPr>
          <a:xfrm>
            <a:off x="1020123" y="4643543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72473" y="4506127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background research</a:t>
            </a:r>
            <a:endParaRPr lang="en-US" sz="1782" dirty="0"/>
          </a:p>
        </p:txBody>
      </p:sp>
      <p:sp>
        <p:nvSpPr>
          <p:cNvPr id="16" name="Text 13"/>
          <p:cNvSpPr/>
          <p:nvPr/>
        </p:nvSpPr>
        <p:spPr>
          <a:xfrm>
            <a:off x="1772473" y="4823241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out what is already known. Record every source as you go.</a:t>
            </a:r>
            <a:endParaRPr lang="en-US" sz="1298" dirty="0"/>
          </a:p>
        </p:txBody>
      </p:sp>
      <p:sp>
        <p:nvSpPr>
          <p:cNvPr id="17" name="Shape 14"/>
          <p:cNvSpPr/>
          <p:nvPr/>
        </p:nvSpPr>
        <p:spPr>
          <a:xfrm>
            <a:off x="623621" y="5565038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0123" y="5871582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9" name="Text 16"/>
          <p:cNvSpPr/>
          <p:nvPr/>
        </p:nvSpPr>
        <p:spPr>
          <a:xfrm>
            <a:off x="1020123" y="5871582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72473" y="5734166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hypothesis</a:t>
            </a:r>
            <a:endParaRPr lang="en-US" sz="1782" dirty="0"/>
          </a:p>
        </p:txBody>
      </p:sp>
      <p:sp>
        <p:nvSpPr>
          <p:cNvPr id="21" name="Text 18"/>
          <p:cNvSpPr/>
          <p:nvPr/>
        </p:nvSpPr>
        <p:spPr>
          <a:xfrm>
            <a:off x="1772473" y="6051280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an if, then, because prediction that names what you will change and what you expect.</a:t>
            </a:r>
            <a:endParaRPr lang="en-US" sz="1298" dirty="0"/>
          </a:p>
        </p:txBody>
      </p:sp>
      <p:sp>
        <p:nvSpPr>
          <p:cNvPr id="22" name="Shape 19"/>
          <p:cNvSpPr/>
          <p:nvPr/>
        </p:nvSpPr>
        <p:spPr>
          <a:xfrm>
            <a:off x="623621" y="6793078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0123" y="7099621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4" name="Text 21"/>
          <p:cNvSpPr/>
          <p:nvPr/>
        </p:nvSpPr>
        <p:spPr>
          <a:xfrm>
            <a:off x="1020123" y="7099621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72473" y="6962205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the experiment</a:t>
            </a:r>
            <a:endParaRPr lang="en-US" sz="1782" dirty="0"/>
          </a:p>
        </p:txBody>
      </p:sp>
      <p:sp>
        <p:nvSpPr>
          <p:cNvPr id="26" name="Text 23"/>
          <p:cNvSpPr/>
          <p:nvPr/>
        </p:nvSpPr>
        <p:spPr>
          <a:xfrm>
            <a:off x="1772473" y="7279319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one variable, keep the rest the same, and plan at least three trials.</a:t>
            </a:r>
            <a:endParaRPr lang="en-US" sz="1298" dirty="0"/>
          </a:p>
        </p:txBody>
      </p:sp>
      <p:sp>
        <p:nvSpPr>
          <p:cNvPr id="27" name="Shape 24"/>
          <p:cNvSpPr/>
          <p:nvPr/>
        </p:nvSpPr>
        <p:spPr>
          <a:xfrm>
            <a:off x="623621" y="8021117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0123" y="8327660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9" name="Text 26"/>
          <p:cNvSpPr/>
          <p:nvPr/>
        </p:nvSpPr>
        <p:spPr>
          <a:xfrm>
            <a:off x="1020123" y="8327660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772473" y="8190244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data</a:t>
            </a:r>
            <a:endParaRPr lang="en-US" sz="1782" dirty="0"/>
          </a:p>
        </p:txBody>
      </p:sp>
      <p:sp>
        <p:nvSpPr>
          <p:cNvPr id="31" name="Text 28"/>
          <p:cNvSpPr/>
          <p:nvPr/>
        </p:nvSpPr>
        <p:spPr>
          <a:xfrm>
            <a:off x="1772473" y="8507358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your trials and record every measurement the day you take it.</a:t>
            </a:r>
            <a:endParaRPr lang="en-US" sz="1298" dirty="0"/>
          </a:p>
        </p:txBody>
      </p:sp>
      <p:sp>
        <p:nvSpPr>
          <p:cNvPr id="32" name="Shape 29"/>
          <p:cNvSpPr/>
          <p:nvPr/>
        </p:nvSpPr>
        <p:spPr>
          <a:xfrm>
            <a:off x="623621" y="9249156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20123" y="9555699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34" name="Text 31"/>
          <p:cNvSpPr/>
          <p:nvPr/>
        </p:nvSpPr>
        <p:spPr>
          <a:xfrm>
            <a:off x="1020123" y="9555699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772473" y="9418283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the results</a:t>
            </a:r>
            <a:endParaRPr lang="en-US" sz="1782" dirty="0"/>
          </a:p>
        </p:txBody>
      </p:sp>
      <p:sp>
        <p:nvSpPr>
          <p:cNvPr id="36" name="Text 33"/>
          <p:cNvSpPr/>
          <p:nvPr/>
        </p:nvSpPr>
        <p:spPr>
          <a:xfrm>
            <a:off x="1772473" y="9735397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your trials, build a graph, and describe the pattern you see.</a:t>
            </a:r>
            <a:endParaRPr lang="en-US" sz="1298" dirty="0"/>
          </a:p>
        </p:txBody>
      </p:sp>
      <p:sp>
        <p:nvSpPr>
          <p:cNvPr id="37" name="Shape 34"/>
          <p:cNvSpPr/>
          <p:nvPr/>
        </p:nvSpPr>
        <p:spPr>
          <a:xfrm>
            <a:off x="623621" y="10477195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20123" y="10783739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39" name="Text 36"/>
          <p:cNvSpPr/>
          <p:nvPr/>
        </p:nvSpPr>
        <p:spPr>
          <a:xfrm>
            <a:off x="1020123" y="10783739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772473" y="10646323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a conclusion</a:t>
            </a:r>
            <a:endParaRPr lang="en-US" sz="1782" dirty="0"/>
          </a:p>
        </p:txBody>
      </p:sp>
      <p:sp>
        <p:nvSpPr>
          <p:cNvPr id="41" name="Text 38"/>
          <p:cNvSpPr/>
          <p:nvPr/>
        </p:nvSpPr>
        <p:spPr>
          <a:xfrm>
            <a:off x="1772473" y="10963437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your claim, cite your evidence, and explain your reasoning.</a:t>
            </a:r>
            <a:endParaRPr lang="en-US" sz="1298" dirty="0"/>
          </a:p>
        </p:txBody>
      </p:sp>
      <p:sp>
        <p:nvSpPr>
          <p:cNvPr id="42" name="Shape 39"/>
          <p:cNvSpPr/>
          <p:nvPr/>
        </p:nvSpPr>
        <p:spPr>
          <a:xfrm>
            <a:off x="623621" y="11705234"/>
            <a:ext cx="8811158" cy="1057046"/>
          </a:xfrm>
          <a:prstGeom prst="rect">
            <a:avLst/>
          </a:prstGeom>
          <a:solidFill>
            <a:srgbClr val="FFFFFF"/>
          </a:solidFill>
          <a:ln w="18161">
            <a:solidFill>
              <a:srgbClr val="6AB86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20123" y="12011778"/>
            <a:ext cx="443959" cy="443959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44" name="Text 41"/>
          <p:cNvSpPr/>
          <p:nvPr/>
        </p:nvSpPr>
        <p:spPr>
          <a:xfrm>
            <a:off x="1020123" y="12011778"/>
            <a:ext cx="443959" cy="44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1772473" y="11874362"/>
            <a:ext cx="7309860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82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what you found</a:t>
            </a:r>
            <a:endParaRPr lang="en-US" sz="1782" dirty="0"/>
          </a:p>
        </p:txBody>
      </p:sp>
      <p:sp>
        <p:nvSpPr>
          <p:cNvPr id="46" name="Text 43"/>
          <p:cNvSpPr/>
          <p:nvPr/>
        </p:nvSpPr>
        <p:spPr>
          <a:xfrm>
            <a:off x="1772473" y="12191476"/>
            <a:ext cx="7309860" cy="422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board, write your paper, and present to judges.</a:t>
            </a:r>
            <a:endParaRPr lang="en-US" sz="1298" dirty="0"/>
          </a:p>
        </p:txBody>
      </p:sp>
      <p:sp>
        <p:nvSpPr>
          <p:cNvPr id="47" name="Shape 44"/>
          <p:cNvSpPr/>
          <p:nvPr/>
        </p:nvSpPr>
        <p:spPr>
          <a:xfrm>
            <a:off x="623621" y="13088722"/>
            <a:ext cx="8811158" cy="127467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45"/>
          <p:cNvSpPr/>
          <p:nvPr/>
        </p:nvSpPr>
        <p:spPr>
          <a:xfrm>
            <a:off x="870333" y="13254429"/>
            <a:ext cx="8282489" cy="35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8" b="1" spc="17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IS A LOOP, NOT A LINE</a:t>
            </a:r>
            <a:endParaRPr lang="en-US" sz="1298" dirty="0"/>
          </a:p>
        </p:txBody>
      </p:sp>
      <p:sp>
        <p:nvSpPr>
          <p:cNvPr id="49" name="Text 46"/>
          <p:cNvSpPr/>
          <p:nvPr/>
        </p:nvSpPr>
        <p:spPr>
          <a:xfrm>
            <a:off x="870333" y="13598591"/>
            <a:ext cx="8282489" cy="6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8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results raise a new question, you have not failed. You have started the cycle again. An unsupported hypothesis is still a real result.</a:t>
            </a:r>
            <a:endParaRPr lang="en-US" sz="1298" dirty="0"/>
          </a:p>
        </p:txBody>
      </p:sp>
      <p:sp>
        <p:nvSpPr>
          <p:cNvPr id="50" name="Shape 47"/>
          <p:cNvSpPr/>
          <p:nvPr/>
        </p:nvSpPr>
        <p:spPr>
          <a:xfrm>
            <a:off x="623621" y="14845284"/>
            <a:ext cx="8811158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23621" y="14923008"/>
            <a:ext cx="5286695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Scientific Method Poster</a:t>
            </a:r>
            <a:endParaRPr lang="en-US" sz="946" dirty="0"/>
          </a:p>
        </p:txBody>
      </p:sp>
      <p:sp>
        <p:nvSpPr>
          <p:cNvPr id="52" name="Text 49"/>
          <p:cNvSpPr/>
          <p:nvPr/>
        </p:nvSpPr>
        <p:spPr>
          <a:xfrm>
            <a:off x="5910316" y="14923008"/>
            <a:ext cx="3524463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6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94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Scientific Method Poster</dc:title>
  <dc:subject>PptxGenJS Presentation</dc:subject>
  <dc:creator>FairGame Initiative</dc:creator>
  <cp:lastModifiedBy>FairGame Initiative</cp:lastModifiedBy>
  <cp:revision>1</cp:revision>
  <dcterms:created xsi:type="dcterms:W3CDTF">2026-07-27T18:40:27Z</dcterms:created>
  <dcterms:modified xsi:type="dcterms:W3CDTF">2026-07-27T18:40:27Z</dcterms:modified>
</cp:coreProperties>
</file>