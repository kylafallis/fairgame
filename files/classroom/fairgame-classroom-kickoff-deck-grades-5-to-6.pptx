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loud: everyone in this room is going to do real science this semester. Not a worksheet about science. Real science, with a question nobody in here knows the answer to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for examples of demonstrations they have seen. Then ask what you would have to change to turn one into a real test. This lands better than defining the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scholarships to this age group. The honest version at the bottom is the part that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in one sentence. Do not go deep here; every step gets its own lesson later. The point of this slide is that the process is finite and knowable.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a physical example of each if you have one from a previous year. Concrete objects reduce anxiety far more than descriptions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your real dates on this slide before you present it. Vague timelines produce vague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five quiet minutes with the Experiment Menu handout before they choose. Public choosing turns into copying.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point matters most. Students hide bad results because they think results are graded. Say clearly that the process is graded, not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journals now. Ending day one with something written in the journal establishes the habit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1371600"/>
            <a:ext cx="1920240" cy="2269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371600"/>
            <a:ext cx="8332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Grades 5 and 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874520"/>
            <a:ext cx="85158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YOU ARE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603504" y="2697480"/>
            <a:ext cx="85158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6AB8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SCIENTIST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658368" y="3703320"/>
            <a:ext cx="8332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827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Starting your first science fair project.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58368" y="5806440"/>
            <a:ext cx="10874959" cy="0"/>
          </a:xfrm>
          <a:prstGeom prst="line">
            <a:avLst/>
          </a:prstGeom>
          <a:noFill/>
          <a:ln w="12700">
            <a:solidFill>
              <a:srgbClr val="3A5C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1327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DB89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A SCIENCE FAIR ACTUALLY 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science fair project is you finding out something nobody in this room already knows.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275234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752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not a poster about a topic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02666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not looking up facts about volcanoes. You are running a test and collecting your own numbers.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80390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803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not a demonstration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07822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baking soda volcano always does the same thing. That is a show, not an experiment.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485546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855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80060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a fair test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512978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change one thing, keep everything else the same, and measure what happens.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THIS IS WORTH YOUR TIME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326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32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trials minimum, so one odd result cannot fool you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354" y="1920240"/>
            <a:ext cx="326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283354" y="2880360"/>
            <a:ext cx="32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from your question to your presentation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8341" y="1920240"/>
            <a:ext cx="326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908341" y="2880360"/>
            <a:ext cx="32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the materials provided here at school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4114800"/>
            <a:ext cx="10874959" cy="1417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297680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HONEST 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4590288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 of you will love this. Some of you will find it hard. Both are fine. What matters is that you keep a real record of what you did, and that you tell the truth about what you found.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SIX STEPS, START TO FINISH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9536" y="240487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a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83354" y="178308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4522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4522" y="240487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up what is known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08341" y="178308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9509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09509" y="240487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what will happen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52044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9536" y="414223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it fairly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83354" y="352044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4522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84522" y="414223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at your 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08341" y="352044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9509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109509" y="414223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Tell people what you found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YOU WILL MAKE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science journal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06654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dated record of everything you do. It stays in this room and I collect it four times.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907792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852928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experiment you designed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182112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demonstration. A real test with a result nobody can look up.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023360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68496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display board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panels telling the story of your work, readable from three feet away.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5138928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5138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084064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short presentation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413248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minutes explaining your project to someone who has never seen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TWELVE WEEKS, ALL IN THIS CLASSROOM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2194560"/>
            <a:ext cx="2528428" cy="50292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1 to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your experiment and start your journal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7108" y="2194560"/>
            <a:ext cx="2528428" cy="502920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1" name="Text 9"/>
          <p:cNvSpPr/>
          <p:nvPr/>
        </p:nvSpPr>
        <p:spPr>
          <a:xfrm>
            <a:off x="3377108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3 to 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77108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Research, hypothesis, and design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5848" y="2194560"/>
            <a:ext cx="2528428" cy="50292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48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6 to 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5848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your trials in class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14587" y="2194560"/>
            <a:ext cx="2528428" cy="502920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7" name="Text 15"/>
          <p:cNvSpPr/>
          <p:nvPr/>
        </p:nvSpPr>
        <p:spPr>
          <a:xfrm>
            <a:off x="8814587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9 to 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14587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Graph, conclude, build your board, present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4434840"/>
            <a:ext cx="10874959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617720"/>
            <a:ext cx="103263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happens here at school. You do not need to bring anything from home, and you do not need anyone at home to help you.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FIRST JOB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CHOOSING YOUR EXPERIMENT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 are choosing from a menu of seven experiments. Inside each one, the real choices are still yours.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3407487" cy="45720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606040"/>
            <a:ext cx="313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ON THE MENU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3200400"/>
            <a:ext cx="313316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Sugar and water temperature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Paper towel absorbency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 colour and plant growth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Music tempo and heart rate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Surfaces and friction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Soil type and drainage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Air pressure and bounce height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83354" y="2606040"/>
            <a:ext cx="3407487" cy="45720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4420514" y="2606040"/>
            <a:ext cx="313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YOU DECIDE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20514" y="3200400"/>
            <a:ext cx="313316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temperatures to test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brands to compare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plant and which colours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songs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surfaces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soils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ball and pressures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8341" y="2606040"/>
            <a:ext cx="3407487" cy="45720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5" name="Text 13"/>
          <p:cNvSpPr/>
          <p:nvPr/>
        </p:nvSpPr>
        <p:spPr>
          <a:xfrm>
            <a:off x="8045501" y="2606040"/>
            <a:ext cx="313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TO PICK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5501" y="3200400"/>
            <a:ext cx="313316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what you are curious about, not what looks easiest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Say out loud what you would measure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 cannot say the number you would write down, pick another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GROUND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FOUR THINGS THAT MATTER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it down the day it happens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06654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cannot reconstruct week three during week twelve. The journal only works if it is honest and current.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907792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852928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failed experiment is still a result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182112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your prediction turns out wrong, you have found something out. That earns full marks here.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023360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68496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do not need fancy equipment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Rulers, timers, measuring cups, and kitchen scales produce real data. Money is not the variable.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5138928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5138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084064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before you experiment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413248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project gets a safety check signed by me before anything starts.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46888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3504" y="2834640"/>
            <a:ext cx="108749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OPEN YOUR JOURNAL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58368" y="4023360"/>
            <a:ext cx="85889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today's date. Write down two things you are curious about. That is your homework, and it is the whole assignment.</a:t>
            </a:r>
            <a:endParaRPr lang="en-US" sz="1600" dirty="0"/>
          </a:p>
        </p:txBody>
      </p:sp>
      <p:pic>
        <p:nvPicPr>
          <p:cNvPr id="6" name="Image 0" descr="/tmp/fairgame_logo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2194560"/>
            <a:ext cx="1371600" cy="15757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Classroom Kickoff, Grades 5 and 6</dc:title>
  <dc:subject>PptxGenJS Presentation</dc:subject>
  <dc:creator>FairGame Initiative</dc:creator>
  <cp:lastModifiedBy>FairGame Initiative</cp:lastModifiedBy>
  <cp:revision>1</cp:revision>
  <dcterms:created xsi:type="dcterms:W3CDTF">2026-07-27T18:42:20Z</dcterms:created>
  <dcterms:modified xsi:type="dcterms:W3CDTF">2026-07-27T18:42:20Z</dcterms:modified>
</cp:coreProperties>
</file>